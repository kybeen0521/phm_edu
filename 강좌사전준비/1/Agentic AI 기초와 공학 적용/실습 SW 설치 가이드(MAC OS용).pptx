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4"/>
  </p:sldMasterIdLst>
  <p:notesMasterIdLst>
    <p:notesMasterId r:id="rId30"/>
  </p:notesMasterIdLst>
  <p:sldIdLst>
    <p:sldId id="1435" r:id="rId5"/>
    <p:sldId id="3350" r:id="rId6"/>
    <p:sldId id="662" r:id="rId7"/>
    <p:sldId id="3325" r:id="rId8"/>
    <p:sldId id="3396" r:id="rId9"/>
    <p:sldId id="3397" r:id="rId10"/>
    <p:sldId id="3353" r:id="rId11"/>
    <p:sldId id="3398" r:id="rId12"/>
    <p:sldId id="3399" r:id="rId13"/>
    <p:sldId id="3355" r:id="rId14"/>
    <p:sldId id="3400" r:id="rId15"/>
    <p:sldId id="3401" r:id="rId16"/>
    <p:sldId id="3404" r:id="rId17"/>
    <p:sldId id="3384" r:id="rId18"/>
    <p:sldId id="3385" r:id="rId19"/>
    <p:sldId id="3363" r:id="rId20"/>
    <p:sldId id="3387" r:id="rId21"/>
    <p:sldId id="3391" r:id="rId22"/>
    <p:sldId id="3388" r:id="rId23"/>
    <p:sldId id="3389" r:id="rId24"/>
    <p:sldId id="3390" r:id="rId25"/>
    <p:sldId id="3402" r:id="rId26"/>
    <p:sldId id="3359" r:id="rId27"/>
    <p:sldId id="3383" r:id="rId28"/>
    <p:sldId id="3403" r:id="rId29"/>
  </p:sldIdLst>
  <p:sldSz cx="12192000" cy="6858000"/>
  <p:notesSz cx="4683125" cy="86868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FBD3D62-F231-4C59-AD80-74A26CB1D53F}">
          <p14:sldIdLst>
            <p14:sldId id="1435"/>
            <p14:sldId id="3350"/>
            <p14:sldId id="662"/>
            <p14:sldId id="3325"/>
            <p14:sldId id="3396"/>
            <p14:sldId id="3397"/>
            <p14:sldId id="3353"/>
            <p14:sldId id="3398"/>
            <p14:sldId id="3399"/>
            <p14:sldId id="3355"/>
            <p14:sldId id="3400"/>
            <p14:sldId id="3401"/>
            <p14:sldId id="3404"/>
            <p14:sldId id="3384"/>
            <p14:sldId id="3385"/>
            <p14:sldId id="3363"/>
            <p14:sldId id="3387"/>
            <p14:sldId id="3391"/>
            <p14:sldId id="3388"/>
            <p14:sldId id="3389"/>
            <p14:sldId id="3390"/>
            <p14:sldId id="3402"/>
            <p14:sldId id="3359"/>
            <p14:sldId id="3383"/>
            <p14:sldId id="34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574" userDrawn="1">
          <p15:clr>
            <a:srgbClr val="A4A3A4"/>
          </p15:clr>
        </p15:guide>
        <p15:guide id="3" orient="horz" pos="2568" userDrawn="1">
          <p15:clr>
            <a:srgbClr val="A4A3A4"/>
          </p15:clr>
        </p15:guide>
        <p15:guide id="4" pos="2910" userDrawn="1">
          <p15:clr>
            <a:srgbClr val="A4A3A4"/>
          </p15:clr>
        </p15:guide>
        <p15:guide id="5" pos="5155" userDrawn="1">
          <p15:clr>
            <a:srgbClr val="A4A3A4"/>
          </p15:clr>
        </p15:guide>
        <p15:guide id="6" orient="horz" pos="408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8BF711-B749-4E7B-60BE-0D6DDC3D3C1E}" name="혜림 박" initials="혜박" userId="fcc31f0c30898c6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  <a:srgbClr val="E9EBF0"/>
    <a:srgbClr val="252C20"/>
    <a:srgbClr val="FCF2F2"/>
    <a:srgbClr val="C61818"/>
    <a:srgbClr val="1E1D1D"/>
    <a:srgbClr val="1D1D1D"/>
    <a:srgbClr val="C00000"/>
    <a:srgbClr val="0000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14" autoAdjust="0"/>
    <p:restoredTop sz="82545" autoAdjust="0"/>
  </p:normalViewPr>
  <p:slideViewPr>
    <p:cSldViewPr snapToGrid="0">
      <p:cViewPr varScale="1">
        <p:scale>
          <a:sx n="70" d="100"/>
          <a:sy n="70" d="100"/>
        </p:scale>
        <p:origin x="92" y="1612"/>
      </p:cViewPr>
      <p:guideLst>
        <p:guide orient="horz" pos="595"/>
        <p:guide pos="574"/>
        <p:guide orient="horz" pos="2568"/>
        <p:guide pos="2910"/>
        <p:guide pos="5155"/>
        <p:guide orient="horz" pos="40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N OH" userId="525b7015a3a70fe0" providerId="LiveId" clId="{E1AB201E-F221-44A8-A5AC-A73AA1BA4C3B}"/>
    <pc:docChg chg="undo redo custSel modSld">
      <pc:chgData name="ARIN OH" userId="525b7015a3a70fe0" providerId="LiveId" clId="{E1AB201E-F221-44A8-A5AC-A73AA1BA4C3B}" dt="2026-08-06T16:03:56.753" v="159" actId="1076"/>
      <pc:docMkLst>
        <pc:docMk/>
      </pc:docMkLst>
      <pc:sldChg chg="addSp delSp modSp mod">
        <pc:chgData name="ARIN OH" userId="525b7015a3a70fe0" providerId="LiveId" clId="{E1AB201E-F221-44A8-A5AC-A73AA1BA4C3B}" dt="2026-08-06T16:03:56.753" v="159" actId="1076"/>
        <pc:sldMkLst>
          <pc:docMk/>
          <pc:sldMk cId="3976027053" sldId="3353"/>
        </pc:sldMkLst>
        <pc:spChg chg="del">
          <ac:chgData name="ARIN OH" userId="525b7015a3a70fe0" providerId="LiveId" clId="{E1AB201E-F221-44A8-A5AC-A73AA1BA4C3B}" dt="2026-08-06T15:55:42.319" v="8" actId="478"/>
          <ac:spMkLst>
            <pc:docMk/>
            <pc:sldMk cId="3976027053" sldId="3353"/>
            <ac:spMk id="14" creationId="{5E626CF0-5234-F174-D216-0494518BDD90}"/>
          </ac:spMkLst>
        </pc:spChg>
        <pc:picChg chg="add mod ord">
          <ac:chgData name="ARIN OH" userId="525b7015a3a70fe0" providerId="LiveId" clId="{E1AB201E-F221-44A8-A5AC-A73AA1BA4C3B}" dt="2026-08-06T16:03:56.753" v="159" actId="1076"/>
          <ac:picMkLst>
            <pc:docMk/>
            <pc:sldMk cId="3976027053" sldId="3353"/>
            <ac:picMk id="5" creationId="{64048983-9AAE-9189-B5DA-CC8108793711}"/>
          </ac:picMkLst>
        </pc:picChg>
        <pc:picChg chg="add del mod">
          <ac:chgData name="ARIN OH" userId="525b7015a3a70fe0" providerId="LiveId" clId="{E1AB201E-F221-44A8-A5AC-A73AA1BA4C3B}" dt="2026-08-06T15:55:41.647" v="7" actId="478"/>
          <ac:picMkLst>
            <pc:docMk/>
            <pc:sldMk cId="3976027053" sldId="3353"/>
            <ac:picMk id="12" creationId="{79837156-A12F-FB45-4865-2FD8605FB0BE}"/>
          </ac:picMkLst>
        </pc:picChg>
        <pc:picChg chg="del">
          <ac:chgData name="ARIN OH" userId="525b7015a3a70fe0" providerId="LiveId" clId="{E1AB201E-F221-44A8-A5AC-A73AA1BA4C3B}" dt="2026-08-06T15:55:42.738" v="9" actId="478"/>
          <ac:picMkLst>
            <pc:docMk/>
            <pc:sldMk cId="3976027053" sldId="3353"/>
            <ac:picMk id="18" creationId="{144E8184-6C7C-CF9C-FC75-D93FA458B5AE}"/>
          </ac:picMkLst>
        </pc:picChg>
      </pc:sldChg>
      <pc:sldChg chg="modSp mod">
        <pc:chgData name="ARIN OH" userId="525b7015a3a70fe0" providerId="LiveId" clId="{E1AB201E-F221-44A8-A5AC-A73AA1BA4C3B}" dt="2026-08-06T16:02:46.114" v="131" actId="1076"/>
        <pc:sldMkLst>
          <pc:docMk/>
          <pc:sldMk cId="452334692" sldId="3355"/>
        </pc:sldMkLst>
        <pc:picChg chg="mod">
          <ac:chgData name="ARIN OH" userId="525b7015a3a70fe0" providerId="LiveId" clId="{E1AB201E-F221-44A8-A5AC-A73AA1BA4C3B}" dt="2026-08-06T16:02:46.114" v="131" actId="1076"/>
          <ac:picMkLst>
            <pc:docMk/>
            <pc:sldMk cId="452334692" sldId="3355"/>
            <ac:picMk id="18" creationId="{F843CDFB-78A1-4E25-5067-457F1BF0D77E}"/>
          </ac:picMkLst>
        </pc:picChg>
        <pc:picChg chg="mod">
          <ac:chgData name="ARIN OH" userId="525b7015a3a70fe0" providerId="LiveId" clId="{E1AB201E-F221-44A8-A5AC-A73AA1BA4C3B}" dt="2026-08-06T16:02:44.963" v="129" actId="1076"/>
          <ac:picMkLst>
            <pc:docMk/>
            <pc:sldMk cId="452334692" sldId="3355"/>
            <ac:picMk id="26" creationId="{2F84A41A-BEDB-218A-D61B-325031CCD322}"/>
          </ac:picMkLst>
        </pc:picChg>
      </pc:sldChg>
      <pc:sldChg chg="addSp delSp modSp mod">
        <pc:chgData name="ARIN OH" userId="525b7015a3a70fe0" providerId="LiveId" clId="{E1AB201E-F221-44A8-A5AC-A73AA1BA4C3B}" dt="2026-08-06T16:02:53.448" v="137" actId="1076"/>
        <pc:sldMkLst>
          <pc:docMk/>
          <pc:sldMk cId="3158197105" sldId="3358"/>
        </pc:sldMkLst>
        <pc:spChg chg="del">
          <ac:chgData name="ARIN OH" userId="525b7015a3a70fe0" providerId="LiveId" clId="{E1AB201E-F221-44A8-A5AC-A73AA1BA4C3B}" dt="2026-08-06T15:56:44.201" v="24" actId="478"/>
          <ac:spMkLst>
            <pc:docMk/>
            <pc:sldMk cId="3158197105" sldId="3358"/>
            <ac:spMk id="24" creationId="{39BA55AA-D21E-C5F9-3A16-6DFC2A8296DD}"/>
          </ac:spMkLst>
        </pc:spChg>
        <pc:spChg chg="del">
          <ac:chgData name="ARIN OH" userId="525b7015a3a70fe0" providerId="LiveId" clId="{E1AB201E-F221-44A8-A5AC-A73AA1BA4C3B}" dt="2026-08-06T15:56:45.201" v="25" actId="478"/>
          <ac:spMkLst>
            <pc:docMk/>
            <pc:sldMk cId="3158197105" sldId="3358"/>
            <ac:spMk id="26" creationId="{F2BEFF73-EBC6-6092-9ED1-B5C904E0F1CB}"/>
          </ac:spMkLst>
        </pc:spChg>
        <pc:picChg chg="add mod ord">
          <ac:chgData name="ARIN OH" userId="525b7015a3a70fe0" providerId="LiveId" clId="{E1AB201E-F221-44A8-A5AC-A73AA1BA4C3B}" dt="2026-08-06T16:02:53.448" v="137" actId="1076"/>
          <ac:picMkLst>
            <pc:docMk/>
            <pc:sldMk cId="3158197105" sldId="3358"/>
            <ac:picMk id="5" creationId="{3C509361-B95D-1667-A271-F5A304591400}"/>
          </ac:picMkLst>
        </pc:picChg>
        <pc:picChg chg="del">
          <ac:chgData name="ARIN OH" userId="525b7015a3a70fe0" providerId="LiveId" clId="{E1AB201E-F221-44A8-A5AC-A73AA1BA4C3B}" dt="2026-08-06T15:56:45.629" v="26" actId="478"/>
          <ac:picMkLst>
            <pc:docMk/>
            <pc:sldMk cId="3158197105" sldId="3358"/>
            <ac:picMk id="11" creationId="{D12767BC-E9C4-A6F4-44EF-0675F7309386}"/>
          </ac:picMkLst>
        </pc:picChg>
        <pc:picChg chg="del">
          <ac:chgData name="ARIN OH" userId="525b7015a3a70fe0" providerId="LiveId" clId="{E1AB201E-F221-44A8-A5AC-A73AA1BA4C3B}" dt="2026-08-06T15:56:43.574" v="23" actId="478"/>
          <ac:picMkLst>
            <pc:docMk/>
            <pc:sldMk cId="3158197105" sldId="3358"/>
            <ac:picMk id="13" creationId="{86E48F17-8C60-5895-D3D4-EFB202874F56}"/>
          </ac:picMkLst>
        </pc:picChg>
      </pc:sldChg>
      <pc:sldChg chg="addSp delSp modSp mod">
        <pc:chgData name="ARIN OH" userId="525b7015a3a70fe0" providerId="LiveId" clId="{E1AB201E-F221-44A8-A5AC-A73AA1BA4C3B}" dt="2026-08-06T15:57:55.059" v="60" actId="1076"/>
        <pc:sldMkLst>
          <pc:docMk/>
          <pc:sldMk cId="1218524420" sldId="3359"/>
        </pc:sldMkLst>
        <pc:spChg chg="del mod">
          <ac:chgData name="ARIN OH" userId="525b7015a3a70fe0" providerId="LiveId" clId="{E1AB201E-F221-44A8-A5AC-A73AA1BA4C3B}" dt="2026-08-06T15:57:50.289" v="55" actId="478"/>
          <ac:spMkLst>
            <pc:docMk/>
            <pc:sldMk cId="1218524420" sldId="3359"/>
            <ac:spMk id="30" creationId="{D9436900-925D-03B5-00AE-45119A2BA0BF}"/>
          </ac:spMkLst>
        </pc:spChg>
        <pc:spChg chg="del mod">
          <ac:chgData name="ARIN OH" userId="525b7015a3a70fe0" providerId="LiveId" clId="{E1AB201E-F221-44A8-A5AC-A73AA1BA4C3B}" dt="2026-08-06T15:57:50.972" v="56" actId="478"/>
          <ac:spMkLst>
            <pc:docMk/>
            <pc:sldMk cId="1218524420" sldId="3359"/>
            <ac:spMk id="32" creationId="{1B8393DB-BEEB-ABFB-EB02-F23FEE247114}"/>
          </ac:spMkLst>
        </pc:spChg>
        <pc:picChg chg="add mod ord">
          <ac:chgData name="ARIN OH" userId="525b7015a3a70fe0" providerId="LiveId" clId="{E1AB201E-F221-44A8-A5AC-A73AA1BA4C3B}" dt="2026-08-06T15:57:55.059" v="60" actId="1076"/>
          <ac:picMkLst>
            <pc:docMk/>
            <pc:sldMk cId="1218524420" sldId="3359"/>
            <ac:picMk id="5" creationId="{C27E2534-BA62-BEF0-827E-8D76205E1B45}"/>
          </ac:picMkLst>
        </pc:picChg>
        <pc:picChg chg="del">
          <ac:chgData name="ARIN OH" userId="525b7015a3a70fe0" providerId="LiveId" clId="{E1AB201E-F221-44A8-A5AC-A73AA1BA4C3B}" dt="2026-08-06T15:57:52.871" v="58" actId="478"/>
          <ac:picMkLst>
            <pc:docMk/>
            <pc:sldMk cId="1218524420" sldId="3359"/>
            <ac:picMk id="14" creationId="{C47137E1-A588-CC34-FB32-82DEE93A1164}"/>
          </ac:picMkLst>
        </pc:picChg>
        <pc:picChg chg="del">
          <ac:chgData name="ARIN OH" userId="525b7015a3a70fe0" providerId="LiveId" clId="{E1AB201E-F221-44A8-A5AC-A73AA1BA4C3B}" dt="2026-08-06T15:57:51.441" v="57" actId="478"/>
          <ac:picMkLst>
            <pc:docMk/>
            <pc:sldMk cId="1218524420" sldId="3359"/>
            <ac:picMk id="16" creationId="{5F344C59-8651-EA98-B999-FDF4A1901B4B}"/>
          </ac:picMkLst>
        </pc:picChg>
        <pc:picChg chg="del mod">
          <ac:chgData name="ARIN OH" userId="525b7015a3a70fe0" providerId="LiveId" clId="{E1AB201E-F221-44A8-A5AC-A73AA1BA4C3B}" dt="2026-08-06T15:57:49.618" v="54" actId="478"/>
          <ac:picMkLst>
            <pc:docMk/>
            <pc:sldMk cId="1218524420" sldId="3359"/>
            <ac:picMk id="22" creationId="{00387748-82C5-C418-9ABF-2C1F453764BC}"/>
          </ac:picMkLst>
        </pc:picChg>
      </pc:sldChg>
      <pc:sldChg chg="addSp delSp modSp mod">
        <pc:chgData name="ARIN OH" userId="525b7015a3a70fe0" providerId="LiveId" clId="{E1AB201E-F221-44A8-A5AC-A73AA1BA4C3B}" dt="2026-08-06T15:58:22.627" v="73" actId="1035"/>
        <pc:sldMkLst>
          <pc:docMk/>
          <pc:sldMk cId="1719677058" sldId="3383"/>
        </pc:sldMkLst>
        <pc:spChg chg="del">
          <ac:chgData name="ARIN OH" userId="525b7015a3a70fe0" providerId="LiveId" clId="{E1AB201E-F221-44A8-A5AC-A73AA1BA4C3B}" dt="2026-08-06T15:58:15.461" v="65" actId="478"/>
          <ac:spMkLst>
            <pc:docMk/>
            <pc:sldMk cId="1719677058" sldId="3383"/>
            <ac:spMk id="20" creationId="{990E8E3E-66F0-4DAF-3631-8B2512026695}"/>
          </ac:spMkLst>
        </pc:spChg>
        <pc:spChg chg="del">
          <ac:chgData name="ARIN OH" userId="525b7015a3a70fe0" providerId="LiveId" clId="{E1AB201E-F221-44A8-A5AC-A73AA1BA4C3B}" dt="2026-08-06T15:58:17.509" v="66" actId="478"/>
          <ac:spMkLst>
            <pc:docMk/>
            <pc:sldMk cId="1719677058" sldId="3383"/>
            <ac:spMk id="22" creationId="{631E0A38-CC3A-7334-E809-542C6CA33D75}"/>
          </ac:spMkLst>
        </pc:spChg>
        <pc:picChg chg="add mod ord">
          <ac:chgData name="ARIN OH" userId="525b7015a3a70fe0" providerId="LiveId" clId="{E1AB201E-F221-44A8-A5AC-A73AA1BA4C3B}" dt="2026-08-06T15:58:22.627" v="73" actId="1035"/>
          <ac:picMkLst>
            <pc:docMk/>
            <pc:sldMk cId="1719677058" sldId="3383"/>
            <ac:picMk id="5" creationId="{812DAE88-3AD2-32A1-2694-F0F286A8EFDF}"/>
          </ac:picMkLst>
        </pc:picChg>
        <pc:picChg chg="del">
          <ac:chgData name="ARIN OH" userId="525b7015a3a70fe0" providerId="LiveId" clId="{E1AB201E-F221-44A8-A5AC-A73AA1BA4C3B}" dt="2026-08-06T15:58:14.582" v="64" actId="478"/>
          <ac:picMkLst>
            <pc:docMk/>
            <pc:sldMk cId="1719677058" sldId="3383"/>
            <ac:picMk id="12" creationId="{F8EF068D-8ADC-E97B-DC06-7E92C8CAF741}"/>
          </ac:picMkLst>
        </pc:picChg>
      </pc:sldChg>
      <pc:sldChg chg="addSp delSp modSp mod">
        <pc:chgData name="ARIN OH" userId="525b7015a3a70fe0" providerId="LiveId" clId="{E1AB201E-F221-44A8-A5AC-A73AA1BA4C3B}" dt="2026-08-06T15:59:43.112" v="96" actId="1076"/>
        <pc:sldMkLst>
          <pc:docMk/>
          <pc:sldMk cId="3661439064" sldId="3385"/>
        </pc:sldMkLst>
        <pc:spChg chg="del">
          <ac:chgData name="ARIN OH" userId="525b7015a3a70fe0" providerId="LiveId" clId="{E1AB201E-F221-44A8-A5AC-A73AA1BA4C3B}" dt="2026-08-06T15:59:41.708" v="94" actId="478"/>
          <ac:spMkLst>
            <pc:docMk/>
            <pc:sldMk cId="3661439064" sldId="3385"/>
            <ac:spMk id="12" creationId="{8E5618EE-25E6-68F0-9135-37043995843C}"/>
          </ac:spMkLst>
        </pc:spChg>
        <pc:spChg chg="del">
          <ac:chgData name="ARIN OH" userId="525b7015a3a70fe0" providerId="LiveId" clId="{E1AB201E-F221-44A8-A5AC-A73AA1BA4C3B}" dt="2026-08-06T15:59:41.160" v="93" actId="478"/>
          <ac:spMkLst>
            <pc:docMk/>
            <pc:sldMk cId="3661439064" sldId="3385"/>
            <ac:spMk id="13" creationId="{653D53CF-9D06-99C1-9403-DBBB0B2718FE}"/>
          </ac:spMkLst>
        </pc:spChg>
        <pc:picChg chg="add mod ord">
          <ac:chgData name="ARIN OH" userId="525b7015a3a70fe0" providerId="LiveId" clId="{E1AB201E-F221-44A8-A5AC-A73AA1BA4C3B}" dt="2026-08-06T15:59:43.112" v="96" actId="1076"/>
          <ac:picMkLst>
            <pc:docMk/>
            <pc:sldMk cId="3661439064" sldId="3385"/>
            <ac:picMk id="5" creationId="{85E41CF1-F8BE-32D4-9201-EF0CECCA6275}"/>
          </ac:picMkLst>
        </pc:picChg>
        <pc:picChg chg="del">
          <ac:chgData name="ARIN OH" userId="525b7015a3a70fe0" providerId="LiveId" clId="{E1AB201E-F221-44A8-A5AC-A73AA1BA4C3B}" dt="2026-08-06T15:59:40.795" v="92" actId="478"/>
          <ac:picMkLst>
            <pc:docMk/>
            <pc:sldMk cId="3661439064" sldId="3385"/>
            <ac:picMk id="10" creationId="{F5BE358F-7B24-111F-BACB-4A4E8B90A8AC}"/>
          </ac:picMkLst>
        </pc:picChg>
      </pc:sldChg>
      <pc:sldChg chg="addSp delSp modSp mod">
        <pc:chgData name="ARIN OH" userId="525b7015a3a70fe0" providerId="LiveId" clId="{E1AB201E-F221-44A8-A5AC-A73AA1BA4C3B}" dt="2026-08-06T16:01:17.870" v="105" actId="1076"/>
        <pc:sldMkLst>
          <pc:docMk/>
          <pc:sldMk cId="2506136757" sldId="3387"/>
        </pc:sldMkLst>
        <pc:spChg chg="del mod">
          <ac:chgData name="ARIN OH" userId="525b7015a3a70fe0" providerId="LiveId" clId="{E1AB201E-F221-44A8-A5AC-A73AA1BA4C3B}" dt="2026-08-06T16:01:15.905" v="103" actId="478"/>
          <ac:spMkLst>
            <pc:docMk/>
            <pc:sldMk cId="2506136757" sldId="3387"/>
            <ac:spMk id="14" creationId="{A80E7100-0636-E4BA-8635-31EA7BF29E5D}"/>
          </ac:spMkLst>
        </pc:spChg>
        <pc:picChg chg="add mod ord">
          <ac:chgData name="ARIN OH" userId="525b7015a3a70fe0" providerId="LiveId" clId="{E1AB201E-F221-44A8-A5AC-A73AA1BA4C3B}" dt="2026-08-06T16:01:17.870" v="105" actId="1076"/>
          <ac:picMkLst>
            <pc:docMk/>
            <pc:sldMk cId="2506136757" sldId="3387"/>
            <ac:picMk id="5" creationId="{5D4D0FE1-BF46-9E7C-B08F-38A5A734190C}"/>
          </ac:picMkLst>
        </pc:picChg>
        <pc:picChg chg="del">
          <ac:chgData name="ARIN OH" userId="525b7015a3a70fe0" providerId="LiveId" clId="{E1AB201E-F221-44A8-A5AC-A73AA1BA4C3B}" dt="2026-08-06T16:01:15.537" v="102" actId="478"/>
          <ac:picMkLst>
            <pc:docMk/>
            <pc:sldMk cId="2506136757" sldId="3387"/>
            <ac:picMk id="12" creationId="{9C9EFD16-88AC-A1F9-A5DC-DD766542481C}"/>
          </ac:picMkLst>
        </pc:picChg>
      </pc:sldChg>
      <pc:sldChg chg="addSp delSp modSp mod">
        <pc:chgData name="ARIN OH" userId="525b7015a3a70fe0" providerId="LiveId" clId="{E1AB201E-F221-44A8-A5AC-A73AA1BA4C3B}" dt="2026-08-06T16:03:50.853" v="155" actId="1076"/>
        <pc:sldMkLst>
          <pc:docMk/>
          <pc:sldMk cId="2047116746" sldId="3396"/>
        </pc:sldMkLst>
        <pc:spChg chg="add del mod">
          <ac:chgData name="ARIN OH" userId="525b7015a3a70fe0" providerId="LiveId" clId="{E1AB201E-F221-44A8-A5AC-A73AA1BA4C3B}" dt="2026-08-06T16:03:49.567" v="153" actId="478"/>
          <ac:spMkLst>
            <pc:docMk/>
            <pc:sldMk cId="2047116746" sldId="3396"/>
            <ac:spMk id="4" creationId="{32CC1951-6E47-D27B-31FD-12160355406E}"/>
          </ac:spMkLst>
        </pc:spChg>
        <pc:picChg chg="add mod ord">
          <ac:chgData name="ARIN OH" userId="525b7015a3a70fe0" providerId="LiveId" clId="{E1AB201E-F221-44A8-A5AC-A73AA1BA4C3B}" dt="2026-08-06T16:03:50.853" v="155" actId="1076"/>
          <ac:picMkLst>
            <pc:docMk/>
            <pc:sldMk cId="2047116746" sldId="3396"/>
            <ac:picMk id="6" creationId="{000E7E95-88D1-CFDB-34AE-E8D720544BA8}"/>
          </ac:picMkLst>
        </pc:picChg>
        <pc:picChg chg="del mod">
          <ac:chgData name="ARIN OH" userId="525b7015a3a70fe0" providerId="LiveId" clId="{E1AB201E-F221-44A8-A5AC-A73AA1BA4C3B}" dt="2026-08-06T16:03:49.133" v="152" actId="478"/>
          <ac:picMkLst>
            <pc:docMk/>
            <pc:sldMk cId="2047116746" sldId="3396"/>
            <ac:picMk id="8" creationId="{DD99F961-3B64-54D3-0390-D52ABF2E47EE}"/>
          </ac:picMkLst>
        </pc:picChg>
      </pc:sldChg>
      <pc:sldChg chg="modSp mod">
        <pc:chgData name="ARIN OH" userId="525b7015a3a70fe0" providerId="LiveId" clId="{E1AB201E-F221-44A8-A5AC-A73AA1BA4C3B}" dt="2026-08-06T16:03:54.151" v="157" actId="1076"/>
        <pc:sldMkLst>
          <pc:docMk/>
          <pc:sldMk cId="1132362049" sldId="3397"/>
        </pc:sldMkLst>
        <pc:picChg chg="mod">
          <ac:chgData name="ARIN OH" userId="525b7015a3a70fe0" providerId="LiveId" clId="{E1AB201E-F221-44A8-A5AC-A73AA1BA4C3B}" dt="2026-08-06T16:03:54.151" v="157" actId="1076"/>
          <ac:picMkLst>
            <pc:docMk/>
            <pc:sldMk cId="1132362049" sldId="3397"/>
            <ac:picMk id="38" creationId="{E8A89DC3-BCFC-D854-C562-C82C2256F6C6}"/>
          </ac:picMkLst>
        </pc:picChg>
      </pc:sldChg>
      <pc:sldChg chg="addSp delSp modSp mod">
        <pc:chgData name="ARIN OH" userId="525b7015a3a70fe0" providerId="LiveId" clId="{E1AB201E-F221-44A8-A5AC-A73AA1BA4C3B}" dt="2026-08-06T15:56:11.981" v="19" actId="1076"/>
        <pc:sldMkLst>
          <pc:docMk/>
          <pc:sldMk cId="3234403685" sldId="3398"/>
        </pc:sldMkLst>
        <pc:spChg chg="del">
          <ac:chgData name="ARIN OH" userId="525b7015a3a70fe0" providerId="LiveId" clId="{E1AB201E-F221-44A8-A5AC-A73AA1BA4C3B}" dt="2026-08-06T15:56:08.938" v="16" actId="478"/>
          <ac:spMkLst>
            <pc:docMk/>
            <pc:sldMk cId="3234403685" sldId="3398"/>
            <ac:spMk id="21" creationId="{DE682152-FEE0-EEE3-F27B-40C0E0D79C75}"/>
          </ac:spMkLst>
        </pc:spChg>
        <pc:picChg chg="add mod ord">
          <ac:chgData name="ARIN OH" userId="525b7015a3a70fe0" providerId="LiveId" clId="{E1AB201E-F221-44A8-A5AC-A73AA1BA4C3B}" dt="2026-08-06T15:56:11.981" v="19" actId="1076"/>
          <ac:picMkLst>
            <pc:docMk/>
            <pc:sldMk cId="3234403685" sldId="3398"/>
            <ac:picMk id="5" creationId="{82279509-97F2-6CC2-618E-A22A134C683D}"/>
          </ac:picMkLst>
        </pc:picChg>
        <pc:picChg chg="del">
          <ac:chgData name="ARIN OH" userId="525b7015a3a70fe0" providerId="LiveId" clId="{E1AB201E-F221-44A8-A5AC-A73AA1BA4C3B}" dt="2026-08-06T15:56:08.393" v="15" actId="478"/>
          <ac:picMkLst>
            <pc:docMk/>
            <pc:sldMk cId="3234403685" sldId="3398"/>
            <ac:picMk id="11" creationId="{2B7E67B1-344E-9BE6-DF47-B2D96653DA4D}"/>
          </ac:picMkLst>
        </pc:picChg>
        <pc:picChg chg="del">
          <ac:chgData name="ARIN OH" userId="525b7015a3a70fe0" providerId="LiveId" clId="{E1AB201E-F221-44A8-A5AC-A73AA1BA4C3B}" dt="2026-08-06T15:56:09.996" v="17" actId="478"/>
          <ac:picMkLst>
            <pc:docMk/>
            <pc:sldMk cId="3234403685" sldId="3398"/>
            <ac:picMk id="15" creationId="{270D6033-2C0A-593D-DD2A-194A65ECF7C0}"/>
          </ac:picMkLst>
        </pc:picChg>
      </pc:sldChg>
      <pc:sldChg chg="addSp delSp modSp mod">
        <pc:chgData name="ARIN OH" userId="525b7015a3a70fe0" providerId="LiveId" clId="{E1AB201E-F221-44A8-A5AC-A73AA1BA4C3B}" dt="2026-08-06T16:03:00.328" v="139" actId="478"/>
        <pc:sldMkLst>
          <pc:docMk/>
          <pc:sldMk cId="1809399293" sldId="3399"/>
        </pc:sldMkLst>
        <pc:picChg chg="mod ord">
          <ac:chgData name="ARIN OH" userId="525b7015a3a70fe0" providerId="LiveId" clId="{E1AB201E-F221-44A8-A5AC-A73AA1BA4C3B}" dt="2026-08-06T16:02:39.392" v="126" actId="167"/>
          <ac:picMkLst>
            <pc:docMk/>
            <pc:sldMk cId="1809399293" sldId="3399"/>
            <ac:picMk id="5" creationId="{2CBA3B45-88D4-EE7B-6FDB-09E736CC5B20}"/>
          </ac:picMkLst>
        </pc:picChg>
        <pc:picChg chg="add del">
          <ac:chgData name="ARIN OH" userId="525b7015a3a70fe0" providerId="LiveId" clId="{E1AB201E-F221-44A8-A5AC-A73AA1BA4C3B}" dt="2026-08-06T16:03:00.328" v="139" actId="478"/>
          <ac:picMkLst>
            <pc:docMk/>
            <pc:sldMk cId="1809399293" sldId="3399"/>
            <ac:picMk id="7" creationId="{BF916364-FDD4-ED80-30C5-D843187F5666}"/>
          </ac:picMkLst>
        </pc:picChg>
      </pc:sldChg>
      <pc:sldChg chg="addSp delSp modSp mod">
        <pc:chgData name="ARIN OH" userId="525b7015a3a70fe0" providerId="LiveId" clId="{E1AB201E-F221-44A8-A5AC-A73AA1BA4C3B}" dt="2026-08-06T16:02:05.142" v="121" actId="1035"/>
        <pc:sldMkLst>
          <pc:docMk/>
          <pc:sldMk cId="560222819" sldId="3400"/>
        </pc:sldMkLst>
        <pc:spChg chg="add del mod">
          <ac:chgData name="ARIN OH" userId="525b7015a3a70fe0" providerId="LiveId" clId="{E1AB201E-F221-44A8-A5AC-A73AA1BA4C3B}" dt="2026-08-06T16:02:00.128" v="116" actId="478"/>
          <ac:spMkLst>
            <pc:docMk/>
            <pc:sldMk cId="560222819" sldId="3400"/>
            <ac:spMk id="4" creationId="{0D572F06-B5F5-B1FE-4C19-A3FF5C80A243}"/>
          </ac:spMkLst>
        </pc:spChg>
        <pc:picChg chg="add mod ord">
          <ac:chgData name="ARIN OH" userId="525b7015a3a70fe0" providerId="LiveId" clId="{E1AB201E-F221-44A8-A5AC-A73AA1BA4C3B}" dt="2026-08-06T16:02:05.142" v="121" actId="1035"/>
          <ac:picMkLst>
            <pc:docMk/>
            <pc:sldMk cId="560222819" sldId="3400"/>
            <ac:picMk id="6" creationId="{B54B11C3-C776-C514-25EA-0ABD52E65CE0}"/>
          </ac:picMkLst>
        </pc:picChg>
        <pc:picChg chg="del">
          <ac:chgData name="ARIN OH" userId="525b7015a3a70fe0" providerId="LiveId" clId="{E1AB201E-F221-44A8-A5AC-A73AA1BA4C3B}" dt="2026-08-06T16:01:59.707" v="115" actId="478"/>
          <ac:picMkLst>
            <pc:docMk/>
            <pc:sldMk cId="560222819" sldId="3400"/>
            <ac:picMk id="13" creationId="{9EE570F5-5301-F73A-0315-D4AC56334C43}"/>
          </ac:picMkLst>
        </pc:picChg>
      </pc:sldChg>
      <pc:sldChg chg="modSp mod">
        <pc:chgData name="ARIN OH" userId="525b7015a3a70fe0" providerId="LiveId" clId="{E1AB201E-F221-44A8-A5AC-A73AA1BA4C3B}" dt="2026-08-06T16:02:51.017" v="135" actId="1076"/>
        <pc:sldMkLst>
          <pc:docMk/>
          <pc:sldMk cId="2495380692" sldId="3401"/>
        </pc:sldMkLst>
        <pc:picChg chg="mod">
          <ac:chgData name="ARIN OH" userId="525b7015a3a70fe0" providerId="LiveId" clId="{E1AB201E-F221-44A8-A5AC-A73AA1BA4C3B}" dt="2026-08-06T16:02:50.025" v="133" actId="1076"/>
          <ac:picMkLst>
            <pc:docMk/>
            <pc:sldMk cId="2495380692" sldId="3401"/>
            <ac:picMk id="9" creationId="{131AE8B7-40F3-B452-9C86-6472D318FA56}"/>
          </ac:picMkLst>
        </pc:picChg>
        <pc:picChg chg="mod">
          <ac:chgData name="ARIN OH" userId="525b7015a3a70fe0" providerId="LiveId" clId="{E1AB201E-F221-44A8-A5AC-A73AA1BA4C3B}" dt="2026-08-06T16:02:51.017" v="135" actId="1076"/>
          <ac:picMkLst>
            <pc:docMk/>
            <pc:sldMk cId="2495380692" sldId="3401"/>
            <ac:picMk id="22" creationId="{0BF8FAE4-475E-F5BF-0B59-9DF068C97766}"/>
          </ac:picMkLst>
        </pc:picChg>
      </pc:sldChg>
      <pc:sldChg chg="addSp delSp modSp mod">
        <pc:chgData name="ARIN OH" userId="525b7015a3a70fe0" providerId="LiveId" clId="{E1AB201E-F221-44A8-A5AC-A73AA1BA4C3B}" dt="2026-08-06T15:57:22.665" v="48" actId="1035"/>
        <pc:sldMkLst>
          <pc:docMk/>
          <pc:sldMk cId="466062888" sldId="3402"/>
        </pc:sldMkLst>
        <pc:spChg chg="del">
          <ac:chgData name="ARIN OH" userId="525b7015a3a70fe0" providerId="LiveId" clId="{E1AB201E-F221-44A8-A5AC-A73AA1BA4C3B}" dt="2026-08-06T15:57:16.482" v="40" actId="478"/>
          <ac:spMkLst>
            <pc:docMk/>
            <pc:sldMk cId="466062888" sldId="3402"/>
            <ac:spMk id="18" creationId="{841D13DD-CD92-C4B3-BF3B-2DF462F6234E}"/>
          </ac:spMkLst>
        </pc:spChg>
        <pc:spChg chg="del">
          <ac:chgData name="ARIN OH" userId="525b7015a3a70fe0" providerId="LiveId" clId="{E1AB201E-F221-44A8-A5AC-A73AA1BA4C3B}" dt="2026-08-06T15:57:17.060" v="41" actId="478"/>
          <ac:spMkLst>
            <pc:docMk/>
            <pc:sldMk cId="466062888" sldId="3402"/>
            <ac:spMk id="20" creationId="{506C5FFE-34C3-6EC9-90A9-262448681B78}"/>
          </ac:spMkLst>
        </pc:spChg>
        <pc:spChg chg="del">
          <ac:chgData name="ARIN OH" userId="525b7015a3a70fe0" providerId="LiveId" clId="{E1AB201E-F221-44A8-A5AC-A73AA1BA4C3B}" dt="2026-08-06T15:57:16.068" v="39" actId="478"/>
          <ac:spMkLst>
            <pc:docMk/>
            <pc:sldMk cId="466062888" sldId="3402"/>
            <ac:spMk id="30" creationId="{2959CE92-B127-AB9E-D0BF-8A5275E81CB4}"/>
          </ac:spMkLst>
        </pc:spChg>
        <pc:spChg chg="del">
          <ac:chgData name="ARIN OH" userId="525b7015a3a70fe0" providerId="LiveId" clId="{E1AB201E-F221-44A8-A5AC-A73AA1BA4C3B}" dt="2026-08-06T15:57:18.378" v="42" actId="478"/>
          <ac:spMkLst>
            <pc:docMk/>
            <pc:sldMk cId="466062888" sldId="3402"/>
            <ac:spMk id="32" creationId="{1915D857-4E55-DEA6-25B4-ED4668766FBA}"/>
          </ac:spMkLst>
        </pc:spChg>
        <pc:picChg chg="add mod ord">
          <ac:chgData name="ARIN OH" userId="525b7015a3a70fe0" providerId="LiveId" clId="{E1AB201E-F221-44A8-A5AC-A73AA1BA4C3B}" dt="2026-08-06T15:57:22.665" v="48" actId="1035"/>
          <ac:picMkLst>
            <pc:docMk/>
            <pc:sldMk cId="466062888" sldId="3402"/>
            <ac:picMk id="5" creationId="{F3632986-03EA-55F0-B9F0-493B67654F39}"/>
          </ac:picMkLst>
        </pc:picChg>
        <pc:picChg chg="del">
          <ac:chgData name="ARIN OH" userId="525b7015a3a70fe0" providerId="LiveId" clId="{E1AB201E-F221-44A8-A5AC-A73AA1BA4C3B}" dt="2026-08-06T15:57:14.877" v="38" actId="478"/>
          <ac:picMkLst>
            <pc:docMk/>
            <pc:sldMk cId="466062888" sldId="3402"/>
            <ac:picMk id="9" creationId="{1CD2299B-B1CA-C347-44D2-47838896EB0A}"/>
          </ac:picMkLst>
        </pc:picChg>
        <pc:picChg chg="del">
          <ac:chgData name="ARIN OH" userId="525b7015a3a70fe0" providerId="LiveId" clId="{E1AB201E-F221-44A8-A5AC-A73AA1BA4C3B}" dt="2026-08-06T15:57:18.774" v="43" actId="478"/>
          <ac:picMkLst>
            <pc:docMk/>
            <pc:sldMk cId="466062888" sldId="3402"/>
            <ac:picMk id="16" creationId="{D18EACD9-1130-BDBD-5551-BB12570ABC0E}"/>
          </ac:picMkLst>
        </pc:picChg>
      </pc:sldChg>
      <pc:sldChg chg="addSp delSp modSp mod">
        <pc:chgData name="ARIN OH" userId="525b7015a3a70fe0" providerId="LiveId" clId="{E1AB201E-F221-44A8-A5AC-A73AA1BA4C3B}" dt="2026-08-06T15:59:18.829" v="88" actId="1076"/>
        <pc:sldMkLst>
          <pc:docMk/>
          <pc:sldMk cId="889165997" sldId="3403"/>
        </pc:sldMkLst>
        <pc:spChg chg="add del mod">
          <ac:chgData name="ARIN OH" userId="525b7015a3a70fe0" providerId="LiveId" clId="{E1AB201E-F221-44A8-A5AC-A73AA1BA4C3B}" dt="2026-08-06T15:59:16.135" v="85" actId="478"/>
          <ac:spMkLst>
            <pc:docMk/>
            <pc:sldMk cId="889165997" sldId="3403"/>
            <ac:spMk id="4" creationId="{4ABFC506-C3E1-1C8A-FECD-25BA19E107BF}"/>
          </ac:spMkLst>
        </pc:spChg>
        <pc:picChg chg="add mod ord">
          <ac:chgData name="ARIN OH" userId="525b7015a3a70fe0" providerId="LiveId" clId="{E1AB201E-F221-44A8-A5AC-A73AA1BA4C3B}" dt="2026-08-06T15:59:18.829" v="88" actId="1076"/>
          <ac:picMkLst>
            <pc:docMk/>
            <pc:sldMk cId="889165997" sldId="3403"/>
            <ac:picMk id="6" creationId="{F0AFA887-7898-E458-C206-2FFDAA9A0640}"/>
          </ac:picMkLst>
        </pc:picChg>
        <pc:picChg chg="del">
          <ac:chgData name="ARIN OH" userId="525b7015a3a70fe0" providerId="LiveId" clId="{E1AB201E-F221-44A8-A5AC-A73AA1BA4C3B}" dt="2026-08-06T15:59:16.697" v="86" actId="478"/>
          <ac:picMkLst>
            <pc:docMk/>
            <pc:sldMk cId="889165997" sldId="3403"/>
            <ac:picMk id="7" creationId="{285CDA8B-4384-86CD-E306-EC2A156C49C1}"/>
          </ac:picMkLst>
        </pc:picChg>
        <pc:picChg chg="del">
          <ac:chgData name="ARIN OH" userId="525b7015a3a70fe0" providerId="LiveId" clId="{E1AB201E-F221-44A8-A5AC-A73AA1BA4C3B}" dt="2026-08-06T15:59:14.711" v="84" actId="478"/>
          <ac:picMkLst>
            <pc:docMk/>
            <pc:sldMk cId="889165997" sldId="3403"/>
            <ac:picMk id="9" creationId="{BD340604-22CF-CC25-4C3F-B45579E97DC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029354" cy="435849"/>
          </a:xfrm>
          <a:prstGeom prst="rect">
            <a:avLst/>
          </a:prstGeom>
        </p:spPr>
        <p:txBody>
          <a:bodyPr vert="horz" lIns="76390" tIns="38196" rIns="76390" bIns="38196" rtlCol="0"/>
          <a:lstStyle>
            <a:lvl1pPr algn="l">
              <a:defRPr sz="10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2652687" y="1"/>
            <a:ext cx="2029354" cy="435849"/>
          </a:xfrm>
          <a:prstGeom prst="rect">
            <a:avLst/>
          </a:prstGeom>
        </p:spPr>
        <p:txBody>
          <a:bodyPr vert="horz" lIns="76390" tIns="38196" rIns="76390" bIns="38196" rtlCol="0"/>
          <a:lstStyle>
            <a:lvl1pPr algn="r">
              <a:defRPr sz="1000"/>
            </a:lvl1pPr>
          </a:lstStyle>
          <a:p>
            <a:fld id="{48C9849B-7D15-49A4-AD4A-9226264B6BC8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263525" y="1085850"/>
            <a:ext cx="5210175" cy="2932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6390" tIns="38196" rIns="76390" bIns="3819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468313" y="4180523"/>
            <a:ext cx="3746500" cy="3420428"/>
          </a:xfrm>
          <a:prstGeom prst="rect">
            <a:avLst/>
          </a:prstGeom>
        </p:spPr>
        <p:txBody>
          <a:bodyPr vert="horz" lIns="76390" tIns="38196" rIns="76390" bIns="38196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250953"/>
            <a:ext cx="2029354" cy="435847"/>
          </a:xfrm>
          <a:prstGeom prst="rect">
            <a:avLst/>
          </a:prstGeom>
        </p:spPr>
        <p:txBody>
          <a:bodyPr vert="horz" lIns="76390" tIns="38196" rIns="76390" bIns="38196" rtlCol="0" anchor="b"/>
          <a:lstStyle>
            <a:lvl1pPr algn="l">
              <a:defRPr sz="10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2652687" y="8250953"/>
            <a:ext cx="2029354" cy="435847"/>
          </a:xfrm>
          <a:prstGeom prst="rect">
            <a:avLst/>
          </a:prstGeom>
        </p:spPr>
        <p:txBody>
          <a:bodyPr vert="horz" lIns="76390" tIns="38196" rIns="76390" bIns="38196" rtlCol="0" anchor="b"/>
          <a:lstStyle>
            <a:lvl1pPr algn="r">
              <a:defRPr sz="1000"/>
            </a:lvl1pPr>
          </a:lstStyle>
          <a:p>
            <a:fld id="{FC4AE0EE-3B2D-4535-AC17-CFA131FB48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112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E0EE-3B2D-4535-AC17-CFA131FB48C0}" type="slidenum">
              <a:rPr lang="ko-KR" altLang="en-US" smtClean="0"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3920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66188-B522-B715-14ED-B57A8E200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27EC2F-F3A6-1B06-9FFD-1287A564A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58A78A-D1A2-E6E5-E7FC-8AB03A212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4FB2B3-8937-4791-B0A3-86F9F67DD5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4AE0EE-3B2D-4535-AC17-CFA131FB48C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831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66188-B522-B715-14ED-B57A8E200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27EC2F-F3A6-1B06-9FFD-1287A564A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58A78A-D1A2-E6E5-E7FC-8AB03A212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4FB2B3-8937-4791-B0A3-86F9F67DD5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4AE0EE-3B2D-4535-AC17-CFA131FB48C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77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66188-B522-B715-14ED-B57A8E200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27EC2F-F3A6-1B06-9FFD-1287A564A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58A78A-D1A2-E6E5-E7FC-8AB03A212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4FB2B3-8937-4791-B0A3-86F9F67DD5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4AE0EE-3B2D-4535-AC17-CFA131FB48C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625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7463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1531" y="253616"/>
            <a:ext cx="11473629" cy="545632"/>
          </a:xfrm>
          <a:prstGeom prst="rect">
            <a:avLst/>
          </a:prstGeom>
        </p:spPr>
        <p:txBody>
          <a:bodyPr/>
          <a:lstStyle>
            <a:lvl1pPr algn="ctr">
              <a:defRPr sz="4000" b="1" baseline="0">
                <a:latin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텍스트 개체 틀 5"/>
          <p:cNvSpPr>
            <a:spLocks noGrp="1"/>
          </p:cNvSpPr>
          <p:nvPr>
            <p:ph type="body" sz="quarter" idx="19" hasCustomPrompt="1"/>
          </p:nvPr>
        </p:nvSpPr>
        <p:spPr>
          <a:xfrm>
            <a:off x="361531" y="968901"/>
            <a:ext cx="11473629" cy="5589345"/>
          </a:xfrm>
          <a:prstGeom prst="rect">
            <a:avLst/>
          </a:prstGeom>
        </p:spPr>
        <p:txBody>
          <a:bodyPr/>
          <a:lstStyle>
            <a:lvl1pPr marL="288000" indent="-288000">
              <a:spcBef>
                <a:spcPts val="800"/>
              </a:spcBef>
              <a:spcAft>
                <a:spcPts val="300"/>
              </a:spcAft>
              <a:tabLst>
                <a:tab pos="180000" algn="l"/>
              </a:tabLst>
              <a:defRPr sz="2400" baseline="0">
                <a:latin typeface="Calibri" panose="020F0502020204030204" pitchFamily="34" charset="0"/>
                <a:ea typeface="+mn-ea"/>
              </a:defRPr>
            </a:lvl1pPr>
            <a:lvl2pPr marL="452438" indent="-252000">
              <a:spcAft>
                <a:spcPts val="300"/>
              </a:spcAft>
              <a:buFont typeface="Calibri" panose="020F0502020204030204" pitchFamily="34" charset="0"/>
              <a:buChar char="‒"/>
              <a:defRPr sz="2000" baseline="0">
                <a:latin typeface="Calibri" panose="020F0502020204030204" pitchFamily="34" charset="0"/>
                <a:ea typeface="+mn-ea"/>
              </a:defRPr>
            </a:lvl2pPr>
            <a:lvl3pPr marL="722313" indent="-228600">
              <a:spcAft>
                <a:spcPts val="300"/>
              </a:spcAft>
              <a:buFont typeface="Calibri" panose="020F0502020204030204" pitchFamily="34" charset="0"/>
              <a:buChar char="∙"/>
              <a:tabLst/>
              <a:defRPr sz="1800" baseline="0">
                <a:latin typeface="Calibri" panose="020F0502020204030204" pitchFamily="34" charset="0"/>
                <a:ea typeface="+mn-ea"/>
              </a:defRPr>
            </a:lvl3pPr>
            <a:lvl4pPr marL="895350" indent="-228600">
              <a:spcAft>
                <a:spcPts val="300"/>
              </a:spcAft>
              <a:defRPr sz="1600" baseline="0">
                <a:latin typeface="Calibri" panose="020F0502020204030204" pitchFamily="34" charset="0"/>
                <a:ea typeface="+mn-ea"/>
              </a:defRPr>
            </a:lvl4pPr>
            <a:lvl5pPr marL="1165225" indent="-228600">
              <a:spcAft>
                <a:spcPts val="300"/>
              </a:spcAft>
              <a:buFont typeface="Arial" panose="020B0604020202020204" pitchFamily="34" charset="0"/>
              <a:buChar char="•"/>
              <a:defRPr sz="1600" baseline="0">
                <a:latin typeface="Calibri" panose="020F0502020204030204" pitchFamily="34" charset="0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10675434" y="6513642"/>
            <a:ext cx="1159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fld id="{08ED7E52-45CD-4D6A-8F35-7914FCEE222A}" type="slidenum">
              <a:rPr lang="en-US" altLang="ko-KR" sz="1600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 -</a:t>
            </a:r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320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602A068-409B-807C-1D4A-D74E465135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1" y="138685"/>
            <a:ext cx="1104052" cy="33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47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361531" y="216446"/>
            <a:ext cx="11473629" cy="341117"/>
          </a:xfrm>
          <a:prstGeom prst="rect">
            <a:avLst/>
          </a:prstGeom>
        </p:spPr>
        <p:txBody>
          <a:bodyPr anchor="ctr" anchorCtr="1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b="1" dirty="0"/>
              <a:t>제</a:t>
            </a:r>
            <a:r>
              <a:rPr lang="en-US" altLang="ko-KR" sz="2400" b="1" dirty="0"/>
              <a:t>16</a:t>
            </a:r>
            <a:r>
              <a:rPr lang="ko-KR" altLang="en-US" sz="2400" b="1" dirty="0"/>
              <a:t>회 </a:t>
            </a:r>
            <a:r>
              <a:rPr lang="en-US" altLang="ko-KR" sz="2400" b="1" dirty="0"/>
              <a:t>PHM </a:t>
            </a:r>
            <a:r>
              <a:rPr lang="ko-KR" altLang="en-US" sz="2400" b="1" dirty="0" smtClean="0"/>
              <a:t>리더 양성을 </a:t>
            </a:r>
            <a:r>
              <a:rPr lang="ko-KR" altLang="en-US" sz="2400" b="1" dirty="0"/>
              <a:t>위한 전문기술 강좌</a:t>
            </a:r>
            <a:endParaRPr lang="ko-KR" altLang="en-US" sz="2400" b="1" dirty="0"/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87796" y="2361195"/>
            <a:ext cx="12014902" cy="1147720"/>
          </a:xfrm>
          <a:prstGeom prst="rect">
            <a:avLst/>
          </a:prstGeom>
        </p:spPr>
        <p:txBody>
          <a:bodyPr anchor="ctr" anchorCtr="1"/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ko-KR" altLang="en-US" sz="5400" b="1" dirty="0" smtClean="0"/>
              <a:t>실습 </a:t>
            </a:r>
            <a:r>
              <a:rPr lang="en-US" altLang="ko-KR" sz="5400" b="1" dirty="0"/>
              <a:t>S/W </a:t>
            </a:r>
            <a:r>
              <a:rPr lang="ko-KR" altLang="en-US" sz="5400" b="1" dirty="0"/>
              <a:t>설치 </a:t>
            </a:r>
            <a:r>
              <a:rPr lang="ko-KR" altLang="en-US" sz="5400" b="1" dirty="0" smtClean="0"/>
              <a:t>가이드</a:t>
            </a:r>
            <a:endParaRPr lang="en-US" altLang="ko-KR" sz="5400" b="1" dirty="0" smtClean="0"/>
          </a:p>
          <a:p>
            <a:r>
              <a:rPr lang="en-US" altLang="ko-KR" sz="5400" b="1" dirty="0" smtClean="0"/>
              <a:t>(MAC OS</a:t>
            </a:r>
            <a:r>
              <a:rPr lang="ko-KR" altLang="en-US" sz="5400" b="1" dirty="0" smtClean="0"/>
              <a:t>용</a:t>
            </a:r>
            <a:r>
              <a:rPr lang="en-US" altLang="ko-KR" sz="5400" b="1" dirty="0" smtClean="0"/>
              <a:t>)</a:t>
            </a:r>
            <a:endParaRPr lang="en-US" altLang="ko-KR" sz="5400" b="1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361531" y="4788444"/>
            <a:ext cx="11473629" cy="1147720"/>
          </a:xfrm>
          <a:prstGeom prst="rect">
            <a:avLst/>
          </a:prstGeom>
        </p:spPr>
        <p:txBody>
          <a:bodyPr anchor="ctr" anchorCtr="1"/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ko-KR" altLang="en-US" sz="2400" b="1">
                <a:solidFill>
                  <a:srgbClr val="505B55"/>
                </a:solidFill>
              </a:rPr>
              <a:t>광주과학기술원 기계로봇공학과</a:t>
            </a:r>
          </a:p>
          <a:p>
            <a:r>
              <a:rPr lang="ko-KR" altLang="en-US" sz="2400" b="1"/>
              <a:t>오현석 교수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3608011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CE190-5C73-BB76-A048-132281D5B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31" y="218979"/>
            <a:ext cx="11473629" cy="545632"/>
          </a:xfrm>
        </p:spPr>
        <p:txBody>
          <a:bodyPr/>
          <a:lstStyle/>
          <a:p>
            <a:r>
              <a:rPr lang="en-US" altLang="ko-KR" dirty="0"/>
              <a:t>S/W </a:t>
            </a:r>
            <a:r>
              <a:rPr lang="ko-KR" altLang="en-US" dirty="0"/>
              <a:t>설치 과정 개괄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A9DE39-1A11-F2F6-D1B1-5854B4503C8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1531" y="968901"/>
            <a:ext cx="11473629" cy="1469499"/>
          </a:xfrm>
        </p:spPr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 dirty="0"/>
              <a:t>앱 설치</a:t>
            </a:r>
            <a:r>
              <a:rPr lang="en-US" altLang="ko-KR" dirty="0"/>
              <a:t>(5~10 </a:t>
            </a:r>
            <a:r>
              <a:rPr lang="ko-KR" altLang="en-US" dirty="0"/>
              <a:t>분 소요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실습 전용 폴더 생성</a:t>
            </a:r>
            <a:r>
              <a:rPr lang="en-US" altLang="ko-KR" dirty="0"/>
              <a:t>(1</a:t>
            </a:r>
            <a:r>
              <a:rPr lang="ko-KR" altLang="en-US" dirty="0"/>
              <a:t>분 내외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추가 설치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15</a:t>
            </a:r>
            <a:r>
              <a:rPr lang="ko-KR" altLang="en-US" dirty="0"/>
              <a:t>분 소요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4" name="직사각형 3"/>
          <p:cNvSpPr/>
          <p:nvPr/>
        </p:nvSpPr>
        <p:spPr>
          <a:xfrm>
            <a:off x="1582925" y="2721028"/>
            <a:ext cx="29145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/>
              <a:t>총 </a:t>
            </a:r>
            <a:r>
              <a:rPr lang="en-US" altLang="ko-KR" sz="2800" dirty="0"/>
              <a:t>20~25</a:t>
            </a:r>
            <a:r>
              <a:rPr lang="ko-KR" altLang="en-US" sz="2800" dirty="0"/>
              <a:t>분 소요</a:t>
            </a:r>
            <a:endParaRPr lang="en-US" altLang="ko-KR" sz="2800" dirty="0"/>
          </a:p>
        </p:txBody>
      </p:sp>
      <p:cxnSp>
        <p:nvCxnSpPr>
          <p:cNvPr id="6" name="직선 연결선 5"/>
          <p:cNvCxnSpPr/>
          <p:nvPr/>
        </p:nvCxnSpPr>
        <p:spPr>
          <a:xfrm flipV="1">
            <a:off x="665018" y="2527639"/>
            <a:ext cx="5004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301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FFAA1-CDF5-DB27-F533-E663E2156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5C37692-5D3A-068D-B2F7-5CD022CA6D77}"/>
              </a:ext>
            </a:extLst>
          </p:cNvPr>
          <p:cNvSpPr txBox="1">
            <a:spLocks/>
          </p:cNvSpPr>
          <p:nvPr/>
        </p:nvSpPr>
        <p:spPr>
          <a:xfrm>
            <a:off x="359185" y="2366189"/>
            <a:ext cx="11473629" cy="2125621"/>
          </a:xfrm>
          <a:prstGeom prst="rect">
            <a:avLst/>
          </a:prstGeom>
        </p:spPr>
        <p:txBody>
          <a:bodyPr lIns="91440" tIns="45720" rIns="91440" bIns="45720" anchor="ctr" anchorCtr="1"/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US" altLang="ko-KR" sz="5400" b="1" dirty="0">
                <a:cs typeface="Calibri" panose="020F0502020204030204" pitchFamily="34" charset="0"/>
              </a:rPr>
              <a:t>Claude Desktop </a:t>
            </a:r>
            <a:r>
              <a:rPr lang="ko-KR" altLang="en-US" sz="5400" b="1" dirty="0">
                <a:cs typeface="Calibri" panose="020F0502020204030204" pitchFamily="34" charset="0"/>
              </a:rPr>
              <a:t>앱 설치</a:t>
            </a:r>
          </a:p>
        </p:txBody>
      </p:sp>
    </p:spTree>
    <p:extLst>
      <p:ext uri="{BB962C8B-B14F-4D97-AF65-F5344CB8AC3E}">
        <p14:creationId xmlns:p14="http://schemas.microsoft.com/office/powerpoint/2010/main" val="3349157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CE190-5C73-BB76-A048-132281D5B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</a:t>
            </a:r>
            <a:r>
              <a:rPr lang="ko-KR" altLang="en-US" dirty="0"/>
              <a:t> 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A9DE39-1A11-F2F6-D1B1-5854B4503C8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/>
              <a:t>채팅</a:t>
            </a:r>
            <a:r>
              <a:rPr lang="en-US" altLang="ko-KR" dirty="0"/>
              <a:t>, </a:t>
            </a:r>
            <a:r>
              <a:rPr lang="ko-KR" altLang="en-US" dirty="0"/>
              <a:t>에이전트</a:t>
            </a:r>
            <a:r>
              <a:rPr lang="en-US" altLang="ko-KR" dirty="0"/>
              <a:t>, </a:t>
            </a:r>
            <a:r>
              <a:rPr lang="ko-KR" altLang="en-US" dirty="0"/>
              <a:t>코딩을 하나의 앱에서 제공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Claude code </a:t>
            </a:r>
            <a:r>
              <a:rPr lang="ko-KR" altLang="en-US" dirty="0"/>
              <a:t>사용을 위해서는 </a:t>
            </a:r>
            <a:r>
              <a:rPr lang="en-US" altLang="ko-KR" dirty="0">
                <a:solidFill>
                  <a:srgbClr val="FF0000"/>
                </a:solidFill>
              </a:rPr>
              <a:t>Claude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Pro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(USD </a:t>
            </a:r>
            <a:r>
              <a:rPr lang="en-US" altLang="ko-KR" dirty="0" smtClean="0">
                <a:solidFill>
                  <a:srgbClr val="FF0000"/>
                </a:solidFill>
              </a:rPr>
              <a:t>22/</a:t>
            </a:r>
            <a:r>
              <a:rPr lang="ko-KR" altLang="en-US" dirty="0">
                <a:solidFill>
                  <a:srgbClr val="FF0000"/>
                </a:solidFill>
              </a:rPr>
              <a:t>월</a:t>
            </a:r>
            <a:r>
              <a:rPr lang="en-US" altLang="ko-KR" dirty="0">
                <a:solidFill>
                  <a:srgbClr val="FF0000"/>
                </a:solidFill>
              </a:rPr>
              <a:t>) </a:t>
            </a:r>
            <a:r>
              <a:rPr lang="ko-KR" altLang="en-US" dirty="0">
                <a:solidFill>
                  <a:srgbClr val="FF0000"/>
                </a:solidFill>
              </a:rPr>
              <a:t>이상</a:t>
            </a:r>
            <a:r>
              <a:rPr lang="ko-KR" altLang="en-US" dirty="0"/>
              <a:t>의 구독이 </a:t>
            </a:r>
            <a:r>
              <a:rPr lang="ko-KR" altLang="en-US" dirty="0">
                <a:solidFill>
                  <a:srgbClr val="FF0000"/>
                </a:solidFill>
              </a:rPr>
              <a:t>반드시</a:t>
            </a:r>
            <a:r>
              <a:rPr lang="ko-KR" altLang="en-US" dirty="0"/>
              <a:t> 요구됨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무료 구독자는 본 강습회 실습 직접 진행 불가</a:t>
            </a:r>
            <a:r>
              <a:rPr lang="en-US" altLang="ko-KR" dirty="0"/>
              <a:t>. </a:t>
            </a:r>
            <a:r>
              <a:rPr lang="ko-KR" altLang="en-US" dirty="0"/>
              <a:t>강사가 수업 중 진행하는 데모는 참관 가능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본 설치 가이드는 맥을 기준 작성됨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시스템 요구사항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B43CCA8-1AE5-17E2-0F76-B2209C93C9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64528"/>
              </p:ext>
            </p:extLst>
          </p:nvPr>
        </p:nvGraphicFramePr>
        <p:xfrm>
          <a:off x="748145" y="3082633"/>
          <a:ext cx="10861964" cy="3177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5619">
                  <a:extLst>
                    <a:ext uri="{9D8B030D-6E8A-4147-A177-3AD203B41FA5}">
                      <a16:colId xmlns:a16="http://schemas.microsoft.com/office/drawing/2014/main" val="3533761653"/>
                    </a:ext>
                  </a:extLst>
                </a:gridCol>
                <a:gridCol w="8916345">
                  <a:extLst>
                    <a:ext uri="{9D8B030D-6E8A-4147-A177-3AD203B41FA5}">
                      <a16:colId xmlns:a16="http://schemas.microsoft.com/office/drawing/2014/main" val="1913187829"/>
                    </a:ext>
                  </a:extLst>
                </a:gridCol>
              </a:tblGrid>
              <a:tr h="5295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요구사항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211833"/>
                  </a:ext>
                </a:extLst>
              </a:tr>
              <a:tr h="5295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운영체제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macOS 14 </a:t>
                      </a:r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이상 </a:t>
                      </a:r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– Apple Silicon </a:t>
                      </a:r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및 </a:t>
                      </a:r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64-bit Intel Mac </a:t>
                      </a:r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지원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7753830"/>
                  </a:ext>
                </a:extLst>
              </a:tr>
              <a:tr h="5295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하드웨어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RAM </a:t>
                      </a:r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최소 </a:t>
                      </a:r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4GB (8GB </a:t>
                      </a:r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이상 권장</a:t>
                      </a:r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), GPU </a:t>
                      </a:r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불필요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6531828"/>
                  </a:ext>
                </a:extLst>
              </a:tr>
              <a:tr h="5295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네트워크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인터넷 연결 필수 </a:t>
                      </a:r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모델은 클라우드에서 실행</a:t>
                      </a:r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ko-KR" alt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2757183"/>
                  </a:ext>
                </a:extLst>
              </a:tr>
              <a:tr h="5295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계정</a:t>
                      </a:r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플랜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Claude</a:t>
                      </a:r>
                      <a:r>
                        <a:rPr lang="en-US" altLang="ko-KR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c</a:t>
                      </a:r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ode</a:t>
                      </a:r>
                      <a:r>
                        <a:rPr lang="ko-KR" alt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는 </a:t>
                      </a:r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Pro, Max, Team,</a:t>
                      </a:r>
                      <a:r>
                        <a:rPr lang="en-US" altLang="ko-KR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</a:t>
                      </a:r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nterprise </a:t>
                      </a:r>
                      <a:r>
                        <a:rPr lang="ko-KR" alt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필수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955100"/>
                  </a:ext>
                </a:extLst>
              </a:tr>
              <a:tr h="5295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권장 도구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Homebrew</a:t>
                      </a:r>
                      <a:r>
                        <a:rPr lang="ko-KR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ko-KR" altLang="ko-KR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Git</a:t>
                      </a:r>
                      <a:r>
                        <a:rPr lang="ko-KR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ko-KR" altLang="ko-KR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macOS</a:t>
                      </a:r>
                      <a:r>
                        <a:rPr lang="ko-KR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터미널(</a:t>
                      </a:r>
                      <a:r>
                        <a:rPr lang="ko-KR" altLang="ko-KR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zsh</a:t>
                      </a:r>
                      <a:r>
                        <a:rPr lang="ko-KR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981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5544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4E831-92D6-AF7D-EF19-4BCB03298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FCA11AC-53F3-47F7-AA7B-25BE1DDAB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707" y="2349719"/>
            <a:ext cx="7906632" cy="215855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F75B346-ABFB-CE1F-9696-4C0045BE5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</a:t>
            </a:r>
            <a:r>
              <a:rPr lang="ko-KR" altLang="en-US" dirty="0"/>
              <a:t> 앱 설치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757855-3592-4D18-19C6-C2F1DD8FA75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Safari</a:t>
            </a:r>
            <a:r>
              <a:rPr lang="ko-KR" altLang="en-US"/>
              <a:t> 에서 </a:t>
            </a:r>
            <a:r>
              <a:rPr lang="en-US" altLang="ko-KR" dirty="0"/>
              <a:t>“claude.ai” </a:t>
            </a:r>
            <a:r>
              <a:rPr lang="ko-KR" altLang="en-US" dirty="0"/>
              <a:t>입력하여 로그인 진행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6785A8C-7468-2F8E-6B9D-9F0A2D744077}"/>
              </a:ext>
            </a:extLst>
          </p:cNvPr>
          <p:cNvSpPr/>
          <p:nvPr/>
        </p:nvSpPr>
        <p:spPr>
          <a:xfrm>
            <a:off x="4730283" y="2900614"/>
            <a:ext cx="827835" cy="350685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B8C7BF-79CE-50A8-96AE-790CDB2E96CC}"/>
              </a:ext>
            </a:extLst>
          </p:cNvPr>
          <p:cNvSpPr txBox="1"/>
          <p:nvPr/>
        </p:nvSpPr>
        <p:spPr>
          <a:xfrm>
            <a:off x="4251113" y="2845123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400" b="1" i="0" dirty="0">
                <a:solidFill>
                  <a:srgbClr val="C00000"/>
                </a:solidFill>
                <a:effectLst/>
                <a:latin typeface="se-nanumbarungothic"/>
              </a:rPr>
              <a:t>①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116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451FB-E51E-BFFD-C049-0F401B758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16E2192-1654-DFDF-942A-9604F83F1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47" y="1461752"/>
            <a:ext cx="7903712" cy="492762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F1B7EC4-7CCF-E1B5-8827-1C8C7AB28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 dirty="0"/>
              <a:t>앱 설치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A97512-0E5D-EA87-52D2-8EF2E8FED42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Claude Pro</a:t>
            </a:r>
            <a:r>
              <a:rPr lang="ko-KR" altLang="en-US" dirty="0"/>
              <a:t>가 결제된 본인 </a:t>
            </a:r>
            <a:r>
              <a:rPr lang="en-US" altLang="ko-KR" dirty="0"/>
              <a:t>Claude </a:t>
            </a:r>
            <a:r>
              <a:rPr lang="ko-KR" altLang="en-US" dirty="0"/>
              <a:t>계정으로 로그인</a:t>
            </a:r>
            <a:r>
              <a:rPr lang="en-US" altLang="ko-KR" dirty="0"/>
              <a:t>.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55E25712-7AD9-7B75-4210-44B427371BE2}"/>
              </a:ext>
            </a:extLst>
          </p:cNvPr>
          <p:cNvSpPr/>
          <p:nvPr/>
        </p:nvSpPr>
        <p:spPr>
          <a:xfrm>
            <a:off x="4759737" y="4993866"/>
            <a:ext cx="2564427" cy="259452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9881F2-5B6F-FA49-7ABC-5FE96136FE2B}"/>
              </a:ext>
            </a:extLst>
          </p:cNvPr>
          <p:cNvSpPr txBox="1"/>
          <p:nvPr/>
        </p:nvSpPr>
        <p:spPr>
          <a:xfrm>
            <a:off x="4280567" y="4892759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C00000"/>
                </a:solidFill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1132362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FB27C89-7721-1FD6-4A3D-BF3BCB68B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47" y="1457990"/>
            <a:ext cx="7907520" cy="4934585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F5EE95-2B4B-DDCC-EABD-3E4C1CD4F2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/>
              <a:t>왼쪽 메뉴에서 상단 버튼 클릭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E6D4A3-4E83-DDFF-9F3A-B4668802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 dirty="0"/>
              <a:t>앱 설치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8524890-6D3A-5EDF-569E-4C6932145ECE}"/>
              </a:ext>
            </a:extLst>
          </p:cNvPr>
          <p:cNvSpPr/>
          <p:nvPr/>
        </p:nvSpPr>
        <p:spPr>
          <a:xfrm>
            <a:off x="2147047" y="1856915"/>
            <a:ext cx="300718" cy="269001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5DE4FA-D3A5-E8FC-9BB8-0C4875F8D28C}"/>
              </a:ext>
            </a:extLst>
          </p:cNvPr>
          <p:cNvSpPr txBox="1"/>
          <p:nvPr/>
        </p:nvSpPr>
        <p:spPr>
          <a:xfrm>
            <a:off x="1667877" y="1725363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C00000"/>
                </a:solidFill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3976027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BF1BC-7B51-1A75-9E0A-470377AA3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7E0F3BD-AD1A-A476-9323-2EED0A5AB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46" y="1461753"/>
            <a:ext cx="7906713" cy="4929494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45FDD8-4D90-DC90-5BCF-2DE0F8457C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/>
              <a:t>제품 창에서 </a:t>
            </a:r>
            <a:r>
              <a:rPr lang="en-US" altLang="ko-KR" dirty="0"/>
              <a:t>“&lt;/&gt; </a:t>
            </a:r>
            <a:r>
              <a:rPr lang="ko-KR" altLang="en-US" dirty="0"/>
              <a:t>코드</a:t>
            </a:r>
            <a:r>
              <a:rPr lang="en-US" altLang="ko-KR" dirty="0"/>
              <a:t>” </a:t>
            </a:r>
            <a:r>
              <a:rPr lang="ko-KR" altLang="en-US" dirty="0"/>
              <a:t>클릭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B0047E2-05A5-E3AA-78CC-68CB8519A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 dirty="0"/>
              <a:t>앱 설치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738DACC-E316-3429-ED67-796C192EEF2C}"/>
              </a:ext>
            </a:extLst>
          </p:cNvPr>
          <p:cNvSpPr/>
          <p:nvPr/>
        </p:nvSpPr>
        <p:spPr>
          <a:xfrm>
            <a:off x="2192551" y="3883958"/>
            <a:ext cx="2038790" cy="244929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2275A8-8986-0EA5-FCF8-AAAACD7E684C}"/>
              </a:ext>
            </a:extLst>
          </p:cNvPr>
          <p:cNvSpPr txBox="1"/>
          <p:nvPr/>
        </p:nvSpPr>
        <p:spPr>
          <a:xfrm>
            <a:off x="1713381" y="3753817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C00000"/>
                </a:solidFill>
              </a:rPr>
              <a:t>④</a:t>
            </a:r>
          </a:p>
        </p:txBody>
      </p:sp>
    </p:spTree>
    <p:extLst>
      <p:ext uri="{BB962C8B-B14F-4D97-AF65-F5344CB8AC3E}">
        <p14:creationId xmlns:p14="http://schemas.microsoft.com/office/powerpoint/2010/main" val="3234403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3AB6D-E10F-E11B-EE09-7FFAF586E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52D9C7B-5CA7-5A77-3175-8FEA583FC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46" y="1461751"/>
            <a:ext cx="7907655" cy="4930081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487C22-40B5-E5ED-9E2E-4137186CCB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“macOS</a:t>
            </a:r>
            <a:r>
              <a:rPr lang="ko-KR" altLang="en-US"/>
              <a:t>용 다운로드</a:t>
            </a:r>
            <a:r>
              <a:rPr lang="en-US" altLang="ko-KR"/>
              <a:t>” </a:t>
            </a:r>
            <a:r>
              <a:rPr lang="ko-KR" altLang="en-US"/>
              <a:t>클릭</a:t>
            </a:r>
            <a:r>
              <a:rPr lang="en-US" altLang="ko-KR"/>
              <a:t>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C93E041-C8C7-FE66-ED5A-D88D9DCAC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 dirty="0"/>
              <a:t>앱 설치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E58D1F7-F358-E082-0DAE-E24B03146360}"/>
              </a:ext>
            </a:extLst>
          </p:cNvPr>
          <p:cNvSpPr/>
          <p:nvPr/>
        </p:nvSpPr>
        <p:spPr>
          <a:xfrm>
            <a:off x="3842056" y="3973606"/>
            <a:ext cx="1312650" cy="266701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F6DDD2-7DA3-7134-FA92-F97694A1A098}"/>
              </a:ext>
            </a:extLst>
          </p:cNvPr>
          <p:cNvSpPr txBox="1"/>
          <p:nvPr/>
        </p:nvSpPr>
        <p:spPr>
          <a:xfrm>
            <a:off x="3362886" y="3876123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>
                <a:solidFill>
                  <a:srgbClr val="C00000"/>
                </a:solidFill>
              </a:rPr>
              <a:t>⑤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399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5A0DE5A-505F-326C-DD98-00455497D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375" y="2301809"/>
            <a:ext cx="4984377" cy="34001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DF44E2C-7B82-2933-5F25-F91648B7F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683" y="3158923"/>
            <a:ext cx="4213412" cy="1327347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F5EE95-2B4B-DDCC-EABD-3E4C1CD4F2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/>
              <a:t>다운로드 된 </a:t>
            </a:r>
            <a:r>
              <a:rPr lang="en-US" altLang="ko-KR"/>
              <a:t>“Claude.dmg” </a:t>
            </a:r>
            <a:r>
              <a:rPr lang="ko-KR" altLang="en-US"/>
              <a:t>클릭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클로드 아이콘 클릭해서 </a:t>
            </a:r>
            <a:r>
              <a:rPr lang="en-US" altLang="ko-KR"/>
              <a:t>Applications </a:t>
            </a:r>
            <a:r>
              <a:rPr lang="ko-KR" altLang="en-US"/>
              <a:t>아이콘으로 드래그 앤 드롭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E6D4A3-4E83-DDFF-9F3A-B4668802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 dirty="0"/>
              <a:t>앱 설치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ABB4963-57BD-049E-0EC2-7B4894AFACE6}"/>
              </a:ext>
            </a:extLst>
          </p:cNvPr>
          <p:cNvSpPr/>
          <p:nvPr/>
        </p:nvSpPr>
        <p:spPr>
          <a:xfrm>
            <a:off x="2730433" y="4009464"/>
            <a:ext cx="2038790" cy="331524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ACE616-D6FE-1FEC-C888-210F58124336}"/>
              </a:ext>
            </a:extLst>
          </p:cNvPr>
          <p:cNvSpPr txBox="1"/>
          <p:nvPr/>
        </p:nvSpPr>
        <p:spPr>
          <a:xfrm>
            <a:off x="2251263" y="3944393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>
                <a:solidFill>
                  <a:srgbClr val="C00000"/>
                </a:solidFill>
              </a:rPr>
              <a:t>⑥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08C4F80-49D0-1AF1-9FEE-78FCBA8E1E85}"/>
              </a:ext>
            </a:extLst>
          </p:cNvPr>
          <p:cNvSpPr/>
          <p:nvPr/>
        </p:nvSpPr>
        <p:spPr>
          <a:xfrm>
            <a:off x="7024527" y="3843702"/>
            <a:ext cx="954061" cy="1239286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FBD9BC-D852-3BD0-632E-DF2F47CFA28E}"/>
              </a:ext>
            </a:extLst>
          </p:cNvPr>
          <p:cNvSpPr txBox="1"/>
          <p:nvPr/>
        </p:nvSpPr>
        <p:spPr>
          <a:xfrm>
            <a:off x="7194409" y="3027745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>
                <a:solidFill>
                  <a:srgbClr val="C00000"/>
                </a:solidFill>
              </a:rPr>
              <a:t>⑦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CA9752A-9C41-B478-D721-8DF4CE3535E6}"/>
              </a:ext>
            </a:extLst>
          </p:cNvPr>
          <p:cNvSpPr/>
          <p:nvPr/>
        </p:nvSpPr>
        <p:spPr>
          <a:xfrm>
            <a:off x="9010640" y="3865232"/>
            <a:ext cx="1200160" cy="1239286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37" name="화살표: 아래로 구부러짐 36">
            <a:extLst>
              <a:ext uri="{FF2B5EF4-FFF2-40B4-BE49-F238E27FC236}">
                <a16:creationId xmlns:a16="http://schemas.microsoft.com/office/drawing/2014/main" id="{BE30ADA6-96E5-BFFF-AA17-85D7A0E040A5}"/>
              </a:ext>
            </a:extLst>
          </p:cNvPr>
          <p:cNvSpPr/>
          <p:nvPr/>
        </p:nvSpPr>
        <p:spPr>
          <a:xfrm>
            <a:off x="7582239" y="3066378"/>
            <a:ext cx="2162396" cy="634733"/>
          </a:xfrm>
          <a:prstGeom prst="curvedDownArrow">
            <a:avLst/>
          </a:prstGeom>
          <a:noFill/>
          <a:ln>
            <a:solidFill>
              <a:srgbClr val="C618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334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F3AE0-1295-207C-C5AA-FF4FC57DD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E64BA00-2F3C-21EC-B83D-7A4BD8F2DC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630" y="2090485"/>
            <a:ext cx="4921182" cy="3556894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B78F02-C06B-F785-49AF-136DF2649B5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/>
              <a:t>키보드에서 </a:t>
            </a:r>
            <a:r>
              <a:rPr lang="en-US" altLang="ko-KR" dirty="0"/>
              <a:t>“Command (</a:t>
            </a:r>
            <a:r>
              <a:rPr lang="ko-KR" altLang="ko-KR" dirty="0"/>
              <a:t>⌘</a:t>
            </a:r>
            <a:r>
              <a:rPr lang="en-US" altLang="ko-KR" dirty="0"/>
              <a:t>) + space” </a:t>
            </a:r>
            <a:r>
              <a:rPr lang="ko-KR" altLang="en-US" dirty="0"/>
              <a:t>누르고 </a:t>
            </a:r>
            <a:r>
              <a:rPr lang="en-US" altLang="ko-KR" dirty="0"/>
              <a:t>“Claude” </a:t>
            </a:r>
            <a:r>
              <a:rPr lang="ko-KR" altLang="en-US" dirty="0"/>
              <a:t>검색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D5D9740-8C5C-E287-94DC-C8E7511D0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 dirty="0"/>
              <a:t>앱 설치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B0AAA7E-7680-BFCA-DA66-7044B1392100}"/>
              </a:ext>
            </a:extLst>
          </p:cNvPr>
          <p:cNvSpPr/>
          <p:nvPr/>
        </p:nvSpPr>
        <p:spPr>
          <a:xfrm>
            <a:off x="3680013" y="2147029"/>
            <a:ext cx="1837764" cy="367552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0E355D5-47A0-CD85-07F4-7BBABB035F8C}"/>
              </a:ext>
            </a:extLst>
          </p:cNvPr>
          <p:cNvSpPr/>
          <p:nvPr/>
        </p:nvSpPr>
        <p:spPr>
          <a:xfrm>
            <a:off x="3758021" y="2917611"/>
            <a:ext cx="1078439" cy="367933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852BA1-D842-8DEA-D5EE-9543A20F7F79}"/>
              </a:ext>
            </a:extLst>
          </p:cNvPr>
          <p:cNvSpPr txBox="1"/>
          <p:nvPr/>
        </p:nvSpPr>
        <p:spPr>
          <a:xfrm>
            <a:off x="3262260" y="2068948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i="0">
                <a:solidFill>
                  <a:srgbClr val="C00000"/>
                </a:solidFill>
                <a:effectLst/>
                <a:latin typeface="se-nanumbarungothic"/>
              </a:rPr>
              <a:t>⑧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F61EE4-FC7A-76EF-DC3C-6F09276D58D6}"/>
              </a:ext>
            </a:extLst>
          </p:cNvPr>
          <p:cNvSpPr txBox="1"/>
          <p:nvPr/>
        </p:nvSpPr>
        <p:spPr>
          <a:xfrm>
            <a:off x="3278851" y="2823879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>
                <a:solidFill>
                  <a:srgbClr val="C00000"/>
                </a:solidFill>
              </a:rPr>
              <a:t>⑨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222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6FF36-1370-34DA-3873-AA32CD1D0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2760CD0-7872-E7EE-06C0-A5EEC0F20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515" y="1559858"/>
            <a:ext cx="4583477" cy="460785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9F8BA2C-D8F5-78A6-4880-3E2E529656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3" y="1559859"/>
            <a:ext cx="4583477" cy="4607857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757AE9-B1E3-4D96-9A73-A947D24B117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/>
              <a:t>설치 진행</a:t>
            </a:r>
            <a:r>
              <a:rPr lang="en-US" altLang="ko-KR" dirty="0"/>
              <a:t>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35BDB13-BCC8-112F-B581-09132FED7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 dirty="0"/>
              <a:t>앱 설치</a:t>
            </a: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BA21EE19-33E2-4CD4-26AE-73999189E5D8}"/>
              </a:ext>
            </a:extLst>
          </p:cNvPr>
          <p:cNvSpPr/>
          <p:nvPr/>
        </p:nvSpPr>
        <p:spPr>
          <a:xfrm>
            <a:off x="5601358" y="3656960"/>
            <a:ext cx="479170" cy="41365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D0594DB-F9F2-17A2-7035-480F05D97F9A}"/>
              </a:ext>
            </a:extLst>
          </p:cNvPr>
          <p:cNvSpPr/>
          <p:nvPr/>
        </p:nvSpPr>
        <p:spPr>
          <a:xfrm>
            <a:off x="1411941" y="5483799"/>
            <a:ext cx="3348317" cy="307402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F9CF5EF-E34C-87AE-F4C7-17B1E02CBAE4}"/>
              </a:ext>
            </a:extLst>
          </p:cNvPr>
          <p:cNvSpPr/>
          <p:nvPr/>
        </p:nvSpPr>
        <p:spPr>
          <a:xfrm>
            <a:off x="7765245" y="4156641"/>
            <a:ext cx="1692520" cy="289854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2BF25C-12E8-E22E-32DA-997EBE77D40D}"/>
              </a:ext>
            </a:extLst>
          </p:cNvPr>
          <p:cNvSpPr txBox="1"/>
          <p:nvPr/>
        </p:nvSpPr>
        <p:spPr>
          <a:xfrm>
            <a:off x="932771" y="5406667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>
                <a:solidFill>
                  <a:srgbClr val="C00000"/>
                </a:solidFill>
              </a:rPr>
              <a:t>⑩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04A699-2AA5-FD92-5104-CDFB37AD9410}"/>
              </a:ext>
            </a:extLst>
          </p:cNvPr>
          <p:cNvSpPr txBox="1"/>
          <p:nvPr/>
        </p:nvSpPr>
        <p:spPr>
          <a:xfrm>
            <a:off x="7299522" y="4070617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>
                <a:solidFill>
                  <a:srgbClr val="C00000"/>
                </a:solidFill>
              </a:rPr>
              <a:t>⑪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380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38E30-F607-2357-782C-62A2CCA74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95BEDA3B-937D-DEE8-CE51-5C6919285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658" y="1437572"/>
            <a:ext cx="7698259" cy="5132172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5276D1-98F2-BCEA-B2FC-B8FE84DAC8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1531" y="934833"/>
            <a:ext cx="11473629" cy="5589345"/>
          </a:xfrm>
        </p:spPr>
        <p:txBody>
          <a:bodyPr/>
          <a:lstStyle/>
          <a:p>
            <a:r>
              <a:rPr lang="ko-KR" altLang="en-US"/>
              <a:t>설치 확인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B2F6344-A128-AE51-E11F-67ADD471E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 dirty="0"/>
              <a:t>앱 설치</a:t>
            </a:r>
          </a:p>
        </p:txBody>
      </p:sp>
    </p:spTree>
    <p:extLst>
      <p:ext uri="{BB962C8B-B14F-4D97-AF65-F5344CB8AC3E}">
        <p14:creationId xmlns:p14="http://schemas.microsoft.com/office/powerpoint/2010/main" val="3657459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FFAA1-CDF5-DB27-F533-E663E2156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5C37692-5D3A-068D-B2F7-5CD022CA6D77}"/>
              </a:ext>
            </a:extLst>
          </p:cNvPr>
          <p:cNvSpPr txBox="1">
            <a:spLocks/>
          </p:cNvSpPr>
          <p:nvPr/>
        </p:nvSpPr>
        <p:spPr>
          <a:xfrm>
            <a:off x="359185" y="2366189"/>
            <a:ext cx="11473629" cy="2125621"/>
          </a:xfrm>
          <a:prstGeom prst="rect">
            <a:avLst/>
          </a:prstGeom>
        </p:spPr>
        <p:txBody>
          <a:bodyPr lIns="91440" tIns="45720" rIns="91440" bIns="45720" anchor="ctr" anchorCtr="1"/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ko-KR" altLang="en-US" sz="5400" b="1" dirty="0">
                <a:cs typeface="Calibri" panose="020F0502020204030204" pitchFamily="34" charset="0"/>
              </a:rPr>
              <a:t>실습 전용 폴더 생성</a:t>
            </a:r>
          </a:p>
        </p:txBody>
      </p:sp>
    </p:spTree>
    <p:extLst>
      <p:ext uri="{BB962C8B-B14F-4D97-AF65-F5344CB8AC3E}">
        <p14:creationId xmlns:p14="http://schemas.microsoft.com/office/powerpoint/2010/main" val="3850397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FB3689B4-FC1A-B8C6-18AF-A76A29079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052" y="1829647"/>
            <a:ext cx="8323889" cy="4517232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F5EE95-2B4B-DDCC-EABD-3E4C1CD4F2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/>
              <a:t>다음과 같이</a:t>
            </a:r>
            <a:r>
              <a:rPr lang="en-US" altLang="ko-KR" dirty="0"/>
              <a:t> “C:\Claude-project” </a:t>
            </a:r>
            <a:r>
              <a:rPr lang="ko-KR" altLang="en-US" dirty="0"/>
              <a:t>폴더 새로 생성</a:t>
            </a:r>
            <a:r>
              <a:rPr lang="en-US" altLang="ko-KR" dirty="0"/>
              <a:t>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E6D4A3-4E83-DDFF-9F3A-B4668802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폴더 생성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48F2A1B-B07C-BFBE-FCFC-457BA0F9B6C0}"/>
              </a:ext>
            </a:extLst>
          </p:cNvPr>
          <p:cNvSpPr/>
          <p:nvPr/>
        </p:nvSpPr>
        <p:spPr>
          <a:xfrm>
            <a:off x="4015703" y="3339118"/>
            <a:ext cx="1329182" cy="267676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439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FFAA1-CDF5-DB27-F533-E663E2156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5C37692-5D3A-068D-B2F7-5CD022CA6D77}"/>
              </a:ext>
            </a:extLst>
          </p:cNvPr>
          <p:cNvSpPr txBox="1">
            <a:spLocks/>
          </p:cNvSpPr>
          <p:nvPr/>
        </p:nvSpPr>
        <p:spPr>
          <a:xfrm>
            <a:off x="359185" y="2366189"/>
            <a:ext cx="11473629" cy="2125621"/>
          </a:xfrm>
          <a:prstGeom prst="rect">
            <a:avLst/>
          </a:prstGeom>
        </p:spPr>
        <p:txBody>
          <a:bodyPr lIns="91440" tIns="45720" rIns="91440" bIns="45720" anchor="ctr" anchorCtr="1"/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US" altLang="ko-KR" sz="5400" b="1" dirty="0">
                <a:cs typeface="Calibri" panose="020F0502020204030204" pitchFamily="34" charset="0"/>
              </a:rPr>
              <a:t>Git, </a:t>
            </a:r>
            <a:r>
              <a:rPr lang="en-US" altLang="ko-KR" sz="5400" b="1" dirty="0" err="1">
                <a:cs typeface="Calibri" panose="020F0502020204030204" pitchFamily="34" charset="0"/>
              </a:rPr>
              <a:t>FreeCAD</a:t>
            </a:r>
            <a:r>
              <a:rPr lang="en-US" altLang="ko-KR" sz="5400" b="1" dirty="0">
                <a:cs typeface="Calibri" panose="020F0502020204030204" pitchFamily="34" charset="0"/>
              </a:rPr>
              <a:t>, Python, </a:t>
            </a:r>
            <a:r>
              <a:rPr lang="en-US" altLang="ko-KR" sz="5400" b="1" dirty="0" err="1">
                <a:cs typeface="Calibri" panose="020F0502020204030204" pitchFamily="34" charset="0"/>
              </a:rPr>
              <a:t>Matplotlip</a:t>
            </a:r>
            <a:r>
              <a:rPr lang="en-US" altLang="ko-KR" sz="5400" b="1" dirty="0">
                <a:cs typeface="Calibri" panose="020F0502020204030204" pitchFamily="34" charset="0"/>
              </a:rPr>
              <a:t>, </a:t>
            </a:r>
            <a:r>
              <a:rPr lang="en-US" altLang="ko-KR" sz="5400" b="1" dirty="0" err="1">
                <a:cs typeface="Calibri" panose="020F0502020204030204" pitchFamily="34" charset="0"/>
              </a:rPr>
              <a:t>Numpy</a:t>
            </a:r>
            <a:r>
              <a:rPr lang="en-US" altLang="ko-KR" sz="5400" b="1" dirty="0">
                <a:cs typeface="Calibri" panose="020F0502020204030204" pitchFamily="34" charset="0"/>
              </a:rPr>
              <a:t> </a:t>
            </a:r>
            <a:r>
              <a:rPr lang="ko-KR" altLang="en-US" sz="5400" b="1" dirty="0">
                <a:cs typeface="Calibri" panose="020F0502020204030204" pitchFamily="34" charset="0"/>
              </a:rPr>
              <a:t>설치</a:t>
            </a:r>
          </a:p>
        </p:txBody>
      </p:sp>
    </p:spTree>
    <p:extLst>
      <p:ext uri="{BB962C8B-B14F-4D97-AF65-F5344CB8AC3E}">
        <p14:creationId xmlns:p14="http://schemas.microsoft.com/office/powerpoint/2010/main" val="2816441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CC06F-D86A-7804-E01D-C93DAEED9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7D4650C-E991-443C-7BE1-85C509336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247" y="1519535"/>
            <a:ext cx="6251506" cy="45623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DA5F2FC-5D01-C8FC-3FD1-86983B53D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Terminal </a:t>
            </a:r>
            <a:r>
              <a:rPr lang="ko-KR" altLang="en-US"/>
              <a:t>창 열기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50276E-2894-8408-EE9A-9271834347A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9184" y="968901"/>
            <a:ext cx="11473629" cy="5589345"/>
          </a:xfrm>
        </p:spPr>
        <p:txBody>
          <a:bodyPr/>
          <a:lstStyle/>
          <a:p>
            <a:r>
              <a:rPr lang="ko-KR" altLang="en-US" dirty="0"/>
              <a:t>키보드에서 </a:t>
            </a:r>
            <a:r>
              <a:rPr lang="en-US" altLang="ko-KR" dirty="0"/>
              <a:t>“Command (</a:t>
            </a:r>
            <a:r>
              <a:rPr lang="ko-KR" altLang="ko-KR" dirty="0"/>
              <a:t>⌘</a:t>
            </a:r>
            <a:r>
              <a:rPr lang="en-US" altLang="ko-KR" dirty="0"/>
              <a:t>) + space” </a:t>
            </a:r>
            <a:r>
              <a:rPr lang="ko-KR" altLang="en-US" dirty="0"/>
              <a:t>누르고 </a:t>
            </a:r>
            <a:r>
              <a:rPr lang="en-US" altLang="ko-KR" dirty="0"/>
              <a:t>“Terminal” </a:t>
            </a:r>
            <a:r>
              <a:rPr lang="ko-KR" altLang="en-US" dirty="0"/>
              <a:t>검색</a:t>
            </a:r>
            <a:endParaRPr lang="en-US" altLang="ko-KR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8C811BD-2DFF-F210-6E2E-A70CCA6EBCE2}"/>
              </a:ext>
            </a:extLst>
          </p:cNvPr>
          <p:cNvSpPr/>
          <p:nvPr/>
        </p:nvSpPr>
        <p:spPr>
          <a:xfrm>
            <a:off x="3433483" y="1613648"/>
            <a:ext cx="1837764" cy="367552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6EDBBC2-9408-337F-5209-7DAD49F151D6}"/>
              </a:ext>
            </a:extLst>
          </p:cNvPr>
          <p:cNvSpPr/>
          <p:nvPr/>
        </p:nvSpPr>
        <p:spPr>
          <a:xfrm>
            <a:off x="3054291" y="2617313"/>
            <a:ext cx="1078439" cy="367933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70FFB7-EC10-E43A-E49E-675F2E1A960C}"/>
              </a:ext>
            </a:extLst>
          </p:cNvPr>
          <p:cNvSpPr txBox="1"/>
          <p:nvPr/>
        </p:nvSpPr>
        <p:spPr>
          <a:xfrm>
            <a:off x="5262727" y="1519535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400" b="1" i="0" dirty="0">
                <a:solidFill>
                  <a:srgbClr val="C00000"/>
                </a:solidFill>
                <a:effectLst/>
                <a:latin typeface="se-nanumbarungothic"/>
              </a:rPr>
              <a:t>①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3BA838-EF8B-2596-839D-3EF3BE427834}"/>
              </a:ext>
            </a:extLst>
          </p:cNvPr>
          <p:cNvSpPr txBox="1"/>
          <p:nvPr/>
        </p:nvSpPr>
        <p:spPr>
          <a:xfrm>
            <a:off x="2575121" y="2523581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C00000"/>
                </a:solidFill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2506136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78517-CE6D-761F-E699-459D17BCE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CC348BF4-462A-4034-2C7F-A1A170F29EF0}"/>
              </a:ext>
            </a:extLst>
          </p:cNvPr>
          <p:cNvGrpSpPr/>
          <p:nvPr/>
        </p:nvGrpSpPr>
        <p:grpSpPr>
          <a:xfrm>
            <a:off x="732500" y="3467181"/>
            <a:ext cx="5792346" cy="2332183"/>
            <a:chOff x="732500" y="3467181"/>
            <a:chExt cx="5792346" cy="2332183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D5A88BD8-AD55-D9F2-B5DB-5D42D120AFED}"/>
                </a:ext>
              </a:extLst>
            </p:cNvPr>
            <p:cNvGrpSpPr/>
            <p:nvPr/>
          </p:nvGrpSpPr>
          <p:grpSpPr>
            <a:xfrm>
              <a:off x="732500" y="3467181"/>
              <a:ext cx="5782235" cy="1952039"/>
              <a:chOff x="732500" y="3467181"/>
              <a:chExt cx="5782235" cy="1952039"/>
            </a:xfrm>
          </p:grpSpPr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D4A0FFBB-06D8-8AC6-1DF8-9E2C8AB9225C}"/>
                  </a:ext>
                </a:extLst>
              </p:cNvPr>
              <p:cNvGrpSpPr/>
              <p:nvPr/>
            </p:nvGrpSpPr>
            <p:grpSpPr>
              <a:xfrm>
                <a:off x="732502" y="4711384"/>
                <a:ext cx="5773270" cy="707836"/>
                <a:chOff x="732500" y="5107326"/>
                <a:chExt cx="5773270" cy="707836"/>
              </a:xfrm>
            </p:grpSpPr>
            <p:sp>
              <p:nvSpPr>
                <p:cNvPr id="14" name="직사각형 13">
                  <a:extLst>
                    <a:ext uri="{FF2B5EF4-FFF2-40B4-BE49-F238E27FC236}">
                      <a16:creationId xmlns:a16="http://schemas.microsoft.com/office/drawing/2014/main" id="{7C8B0C5C-BE68-E518-6EBC-F36C0404D31B}"/>
                    </a:ext>
                  </a:extLst>
                </p:cNvPr>
                <p:cNvSpPr/>
                <p:nvPr/>
              </p:nvSpPr>
              <p:spPr>
                <a:xfrm>
                  <a:off x="732500" y="5107326"/>
                  <a:ext cx="5773270" cy="707836"/>
                </a:xfrm>
                <a:prstGeom prst="rect">
                  <a:avLst/>
                </a:prstGeom>
                <a:solidFill>
                  <a:srgbClr val="1E1D1D"/>
                </a:solidFill>
                <a:ln>
                  <a:solidFill>
                    <a:srgbClr val="1D1D1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EC1FAD43-2017-2A85-6A5E-CC360302B70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52282" y="5178395"/>
                      <a:ext cx="33855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ko-KR" alt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⋮</m:t>
                            </m:r>
                          </m:oMath>
                        </m:oMathPara>
                      </a14:m>
                      <a:endParaRPr lang="ko-KR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EC1FAD43-2017-2A85-6A5E-CC360302B70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2282" y="5178395"/>
                      <a:ext cx="33855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A3D23499-0970-3988-5E32-DEB23FAF9F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2500" y="3467181"/>
                <a:ext cx="5782235" cy="1365241"/>
              </a:xfrm>
              <a:prstGeom prst="rect">
                <a:avLst/>
              </a:prstGeom>
            </p:spPr>
          </p:pic>
        </p:grpSp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FE8F28E-0C6F-AB1C-7649-4DC9D19D6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2500" y="5188357"/>
              <a:ext cx="5792346" cy="611007"/>
            </a:xfrm>
            <a:prstGeom prst="rect">
              <a:avLst/>
            </a:prstGeom>
          </p:spPr>
        </p:pic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90C2504B-6BDC-65DF-0E56-61B7B3CCC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Homebrew</a:t>
            </a:r>
            <a:r>
              <a:rPr lang="ko-KR" altLang="en-US"/>
              <a:t> 설치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2A633C-EA75-00AF-14D7-EEBBE923E61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/>
              <a:t>프로그램과 개발 도구를 명령어로 쉽게 설치</a:t>
            </a:r>
            <a:r>
              <a:rPr lang="en-US" altLang="ko-KR" dirty="0"/>
              <a:t>, </a:t>
            </a:r>
            <a:r>
              <a:rPr lang="ko-KR" altLang="en-US" dirty="0"/>
              <a:t>업데이트</a:t>
            </a:r>
            <a:r>
              <a:rPr lang="en-US" altLang="ko-KR" dirty="0"/>
              <a:t>, </a:t>
            </a:r>
            <a:r>
              <a:rPr lang="ko-KR" altLang="en-US" dirty="0"/>
              <a:t>삭제할 수 있게 해주는 패키지 관리자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Terminal </a:t>
            </a:r>
            <a:r>
              <a:rPr lang="ko-KR" altLang="en-US" dirty="0"/>
              <a:t>창에 아래의 한 줄 명령어 복사해서 붙여 넣고 실행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Password(</a:t>
            </a:r>
            <a:r>
              <a:rPr lang="ko-KR" altLang="en-US" dirty="0"/>
              <a:t>맥북 비밀번호</a:t>
            </a:r>
            <a:r>
              <a:rPr lang="en-US" altLang="ko-KR" dirty="0"/>
              <a:t>) </a:t>
            </a:r>
            <a:r>
              <a:rPr lang="ko-KR" altLang="en-US" dirty="0"/>
              <a:t>입력 후 기다렸다가 </a:t>
            </a:r>
            <a:r>
              <a:rPr lang="en-US" altLang="ko-KR" dirty="0"/>
              <a:t>enter </a:t>
            </a:r>
            <a:r>
              <a:rPr lang="ko-KR" altLang="en-US" dirty="0"/>
              <a:t>키 누르기</a:t>
            </a:r>
            <a:r>
              <a:rPr lang="en-US" altLang="ko-KR" dirty="0"/>
              <a:t>.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A348162-496A-575B-9147-097992D9D884}"/>
              </a:ext>
            </a:extLst>
          </p:cNvPr>
          <p:cNvSpPr/>
          <p:nvPr/>
        </p:nvSpPr>
        <p:spPr>
          <a:xfrm>
            <a:off x="732502" y="2104972"/>
            <a:ext cx="10464415" cy="707836"/>
          </a:xfrm>
          <a:prstGeom prst="roundRect">
            <a:avLst>
              <a:gd name="adj" fmla="val 21523"/>
            </a:avLst>
          </a:prstGeom>
          <a:solidFill>
            <a:srgbClr val="ECECE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&lt;/&gt; Bash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/bin/bash -c "$(curl –</a:t>
            </a:r>
            <a:r>
              <a:rPr lang="en-US" altLang="ko-KR" dirty="0" err="1">
                <a:solidFill>
                  <a:schemeClr val="tx1"/>
                </a:solidFill>
              </a:rPr>
              <a:t>fsSL</a:t>
            </a:r>
            <a:r>
              <a:rPr lang="en-US" altLang="ko-KR" dirty="0">
                <a:solidFill>
                  <a:schemeClr val="tx1"/>
                </a:solidFill>
              </a:rPr>
              <a:t> https://</a:t>
            </a:r>
            <a:r>
              <a:rPr lang="en-US" altLang="ko-KR" dirty="0" err="1">
                <a:solidFill>
                  <a:schemeClr val="tx1"/>
                </a:solidFill>
              </a:rPr>
              <a:t>raw.githubusercontent.com</a:t>
            </a:r>
            <a:r>
              <a:rPr lang="en-US" altLang="ko-KR" dirty="0">
                <a:solidFill>
                  <a:schemeClr val="tx1"/>
                </a:solidFill>
              </a:rPr>
              <a:t>/Homebrew/install/HEAD/</a:t>
            </a:r>
            <a:r>
              <a:rPr lang="en-US" altLang="ko-KR" dirty="0" err="1">
                <a:solidFill>
                  <a:schemeClr val="tx1"/>
                </a:solidFill>
              </a:rPr>
              <a:t>install.sh</a:t>
            </a:r>
            <a:r>
              <a:rPr lang="en-US" altLang="ko-KR" dirty="0">
                <a:solidFill>
                  <a:schemeClr val="tx1"/>
                </a:solidFill>
              </a:rPr>
              <a:t>)"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E0DC2CA-4C86-EA0B-65A2-07E6E2730B2B}"/>
              </a:ext>
            </a:extLst>
          </p:cNvPr>
          <p:cNvSpPr/>
          <p:nvPr/>
        </p:nvSpPr>
        <p:spPr>
          <a:xfrm>
            <a:off x="732502" y="4249771"/>
            <a:ext cx="719782" cy="168335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2E204A5-29C8-971E-8247-2EF1800551CB}"/>
              </a:ext>
            </a:extLst>
          </p:cNvPr>
          <p:cNvSpPr/>
          <p:nvPr/>
        </p:nvSpPr>
        <p:spPr>
          <a:xfrm>
            <a:off x="732501" y="5440929"/>
            <a:ext cx="3973969" cy="156909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4AA22D-61B5-0AF2-075B-EC9F05175A83}"/>
              </a:ext>
            </a:extLst>
          </p:cNvPr>
          <p:cNvSpPr txBox="1"/>
          <p:nvPr/>
        </p:nvSpPr>
        <p:spPr>
          <a:xfrm>
            <a:off x="307432" y="4049600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400" b="1" i="0" dirty="0">
                <a:solidFill>
                  <a:srgbClr val="C00000"/>
                </a:solidFill>
                <a:effectLst/>
                <a:latin typeface="se-nanumbarungothic"/>
              </a:rPr>
              <a:t>①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86D3B0-FD5F-E3FB-4122-EB8E5AC6068B}"/>
              </a:ext>
            </a:extLst>
          </p:cNvPr>
          <p:cNvSpPr txBox="1"/>
          <p:nvPr/>
        </p:nvSpPr>
        <p:spPr>
          <a:xfrm>
            <a:off x="307430" y="5262324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C00000"/>
                </a:solidFill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3124126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6A6FC93-5FD4-3772-E4DD-E73E7D9F0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03" y="2985830"/>
            <a:ext cx="4533732" cy="59718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C306DC4-4F4F-7401-69A8-BB639BCA9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Homebrew</a:t>
            </a:r>
            <a:r>
              <a:rPr lang="ko-KR" altLang="en-US"/>
              <a:t> 설치 완료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CE3C86-CA89-AF39-5846-68E98B550D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/>
              <a:t>설치 확인 명령어 입력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EE19AE6-A5F6-8A37-D0D3-A460596A8462}"/>
              </a:ext>
            </a:extLst>
          </p:cNvPr>
          <p:cNvSpPr/>
          <p:nvPr/>
        </p:nvSpPr>
        <p:spPr>
          <a:xfrm>
            <a:off x="732503" y="1459517"/>
            <a:ext cx="1983804" cy="707836"/>
          </a:xfrm>
          <a:prstGeom prst="roundRect">
            <a:avLst>
              <a:gd name="adj" fmla="val 21523"/>
            </a:avLst>
          </a:prstGeom>
          <a:solidFill>
            <a:srgbClr val="ECECE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&lt;/&gt; Bash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brew --version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6225BC85-66F1-9526-4BD0-E092BB76618D}"/>
              </a:ext>
            </a:extLst>
          </p:cNvPr>
          <p:cNvSpPr/>
          <p:nvPr/>
        </p:nvSpPr>
        <p:spPr>
          <a:xfrm rot="5400000">
            <a:off x="1484819" y="2369763"/>
            <a:ext cx="479170" cy="41365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807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그룹 36">
            <a:extLst>
              <a:ext uri="{FF2B5EF4-FFF2-40B4-BE49-F238E27FC236}">
                <a16:creationId xmlns:a16="http://schemas.microsoft.com/office/drawing/2014/main" id="{67ABFACE-7EDC-97E1-33DF-3E71D606236E}"/>
              </a:ext>
            </a:extLst>
          </p:cNvPr>
          <p:cNvGrpSpPr/>
          <p:nvPr/>
        </p:nvGrpSpPr>
        <p:grpSpPr>
          <a:xfrm>
            <a:off x="741948" y="3682891"/>
            <a:ext cx="5168968" cy="2474261"/>
            <a:chOff x="741948" y="3682891"/>
            <a:chExt cx="5168968" cy="2474261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2C05557A-280B-E7BF-E767-1ACCD85F7018}"/>
                </a:ext>
              </a:extLst>
            </p:cNvPr>
            <p:cNvGrpSpPr/>
            <p:nvPr/>
          </p:nvGrpSpPr>
          <p:grpSpPr>
            <a:xfrm>
              <a:off x="741949" y="3682891"/>
              <a:ext cx="5168967" cy="1801049"/>
              <a:chOff x="741949" y="3682891"/>
              <a:chExt cx="5168967" cy="1801049"/>
            </a:xfrm>
          </p:grpSpPr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B0A5122F-12A8-2285-B6AE-E945715D2C24}"/>
                  </a:ext>
                </a:extLst>
              </p:cNvPr>
              <p:cNvGrpSpPr/>
              <p:nvPr/>
            </p:nvGrpSpPr>
            <p:grpSpPr>
              <a:xfrm>
                <a:off x="741951" y="4776104"/>
                <a:ext cx="5160002" cy="707836"/>
                <a:chOff x="732501" y="4779760"/>
                <a:chExt cx="5160002" cy="707836"/>
              </a:xfrm>
            </p:grpSpPr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A975352C-DBB1-1BD3-8648-9C4116C8D973}"/>
                    </a:ext>
                  </a:extLst>
                </p:cNvPr>
                <p:cNvSpPr/>
                <p:nvPr/>
              </p:nvSpPr>
              <p:spPr>
                <a:xfrm>
                  <a:off x="732501" y="4779760"/>
                  <a:ext cx="5160002" cy="707836"/>
                </a:xfrm>
                <a:prstGeom prst="rect">
                  <a:avLst/>
                </a:prstGeom>
                <a:solidFill>
                  <a:srgbClr val="1E1D1D"/>
                </a:solidFill>
                <a:ln>
                  <a:solidFill>
                    <a:srgbClr val="1D1D1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BDC74231-87C2-CA11-E232-AD613A4FE8C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87508" y="4913939"/>
                      <a:ext cx="33855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ko-KR" alt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⋮</m:t>
                            </m:r>
                          </m:oMath>
                        </m:oMathPara>
                      </a14:m>
                      <a:endParaRPr lang="ko-KR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0A5F7235-0EA2-DB4F-75E9-306E3109E31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7508" y="4913939"/>
                      <a:ext cx="33855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BF3D0C66-625F-1D61-6632-2C04BB117F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1949" y="3682891"/>
                <a:ext cx="5168967" cy="1170333"/>
              </a:xfrm>
              <a:prstGeom prst="rect">
                <a:avLst/>
              </a:prstGeom>
            </p:spPr>
          </p:pic>
        </p:grpSp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EAE62DAD-1B5F-8477-0634-42495F7A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1948" y="5413794"/>
              <a:ext cx="5166947" cy="743358"/>
            </a:xfrm>
            <a:prstGeom prst="rect">
              <a:avLst/>
            </a:prstGeom>
          </p:spPr>
        </p:pic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218D9216-8B17-44E4-9C06-24AE0A77D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설치 시작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846924-41DA-2740-31AB-02885493A5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Terminal </a:t>
            </a:r>
            <a:r>
              <a:rPr lang="ko-KR" altLang="en-US" dirty="0"/>
              <a:t>창에 아래의 한 줄 명령어 복사해서 붙여 넣고 실행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명령어 입력한 </a:t>
            </a:r>
            <a:r>
              <a:rPr lang="en-US" altLang="ko-KR" dirty="0"/>
              <a:t>Terminal</a:t>
            </a:r>
            <a:r>
              <a:rPr lang="ko-KR" altLang="en-US" dirty="0"/>
              <a:t> 모습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중간에 </a:t>
            </a:r>
            <a:r>
              <a:rPr lang="en-US" altLang="ko-KR" dirty="0"/>
              <a:t>“y” </a:t>
            </a:r>
            <a:r>
              <a:rPr lang="ko-KR" altLang="en-US" dirty="0"/>
              <a:t>누르기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82DFEB8-0CFD-FC69-8779-EB03F460A0C2}"/>
              </a:ext>
            </a:extLst>
          </p:cNvPr>
          <p:cNvSpPr/>
          <p:nvPr/>
        </p:nvSpPr>
        <p:spPr>
          <a:xfrm>
            <a:off x="732502" y="1414690"/>
            <a:ext cx="10464415" cy="960956"/>
          </a:xfrm>
          <a:prstGeom prst="roundRect">
            <a:avLst>
              <a:gd name="adj" fmla="val 21523"/>
            </a:avLst>
          </a:prstGeom>
          <a:solidFill>
            <a:srgbClr val="ECECE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&lt;/&gt; Bash</a:t>
            </a:r>
            <a:endParaRPr lang="en-US" altLang="ko-KR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brew install git python@3.11 &amp;&amp; brew install --cask </a:t>
            </a:r>
            <a:r>
              <a:rPr lang="en-US" altLang="ko-KR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freecad</a:t>
            </a:r>
            <a:r>
              <a:rPr lang="en-US" altLang="ko-KR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&amp;&amp; python3.11 -m pip install --user --break-system-packages </a:t>
            </a:r>
            <a:r>
              <a:rPr lang="en-US" altLang="ko-KR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en-US" altLang="ko-KR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matplotlib</a:t>
            </a:r>
            <a:endParaRPr lang="ko-KR" altLang="ko-KR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E72A21E-5339-6A88-909D-7BFEBFDE0F1C}"/>
              </a:ext>
            </a:extLst>
          </p:cNvPr>
          <p:cNvSpPr/>
          <p:nvPr/>
        </p:nvSpPr>
        <p:spPr>
          <a:xfrm>
            <a:off x="732501" y="5898131"/>
            <a:ext cx="3507805" cy="157008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484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B0A35-F2C6-689F-C754-26237C5F6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C0B9D175-7360-6CC8-649B-BA0F3EA6F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192" y="3713123"/>
            <a:ext cx="7218010" cy="246290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E7A437D-9C89-D1B2-C288-2D2285CD6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설치 완료 확인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081B97-4BE1-82DB-2226-8BAEBD5E0FD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Terminal </a:t>
            </a:r>
            <a:r>
              <a:rPr lang="ko-KR" altLang="en-US" dirty="0"/>
              <a:t>창을 종료하고 다시 켜서 아래의 한 줄 명령어 복사해서 붙여 넣고 실행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설치한 프로그램의 버전을 확인하는 명령어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명령어를 입력했을 때</a:t>
            </a:r>
            <a:r>
              <a:rPr lang="en-US" altLang="ko-KR" dirty="0"/>
              <a:t>, </a:t>
            </a:r>
            <a:r>
              <a:rPr lang="ko-KR" altLang="en-US" dirty="0"/>
              <a:t>아래와 같이 해당 </a:t>
            </a:r>
            <a:r>
              <a:rPr lang="en-US" altLang="ko-KR" dirty="0"/>
              <a:t>S/W </a:t>
            </a:r>
            <a:r>
              <a:rPr lang="ko-KR" altLang="en-US" dirty="0"/>
              <a:t>버전이 출력 되면 설치 완료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ED844A9-2DA3-006D-F296-F09A2516B33A}"/>
              </a:ext>
            </a:extLst>
          </p:cNvPr>
          <p:cNvSpPr/>
          <p:nvPr/>
        </p:nvSpPr>
        <p:spPr>
          <a:xfrm>
            <a:off x="732502" y="1791208"/>
            <a:ext cx="10464415" cy="1283686"/>
          </a:xfrm>
          <a:prstGeom prst="roundRect">
            <a:avLst>
              <a:gd name="adj" fmla="val 15238"/>
            </a:avLst>
          </a:prstGeom>
          <a:solidFill>
            <a:srgbClr val="ECECE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&lt;/&gt; Bash</a:t>
            </a:r>
            <a:endParaRPr lang="en-US" altLang="ko-KR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--version &amp;&amp; brew list --cask </a:t>
            </a:r>
            <a:r>
              <a:rPr lang="en-US" altLang="ko-KR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freecad</a:t>
            </a:r>
            <a:r>
              <a:rPr lang="en-US" altLang="ko-KR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&amp;&amp; python3.11 --version &amp;&amp; python3.11 -c "import </a:t>
            </a:r>
            <a:r>
              <a:rPr lang="en-US" altLang="ko-KR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en-US" altLang="ko-KR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 print('NumPy version:', </a:t>
            </a:r>
            <a:r>
              <a:rPr lang="en-US" altLang="ko-KR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en-US" altLang="ko-KR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.__version__)" &amp;&amp; python3.11 -c "import matplotlib; print('Matplotlib version:', </a:t>
            </a:r>
            <a:r>
              <a:rPr lang="en-US" altLang="ko-KR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matplotlib.__version</a:t>
            </a:r>
            <a:r>
              <a:rPr lang="en-US" altLang="ko-KR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__)"</a:t>
            </a:r>
            <a:endParaRPr lang="ko-KR" altLang="ko-KR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사각형: 둥근 모서리 6">
            <a:extLst>
              <a:ext uri="{FF2B5EF4-FFF2-40B4-BE49-F238E27FC236}">
                <a16:creationId xmlns:a16="http://schemas.microsoft.com/office/drawing/2014/main" id="{8D4F3313-B2DD-F303-6443-DCE3FA9DC0DA}"/>
              </a:ext>
            </a:extLst>
          </p:cNvPr>
          <p:cNvSpPr/>
          <p:nvPr/>
        </p:nvSpPr>
        <p:spPr>
          <a:xfrm>
            <a:off x="2489194" y="4853693"/>
            <a:ext cx="1706288" cy="180025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1" name="사각형: 둥근 모서리 6">
            <a:extLst>
              <a:ext uri="{FF2B5EF4-FFF2-40B4-BE49-F238E27FC236}">
                <a16:creationId xmlns:a16="http://schemas.microsoft.com/office/drawing/2014/main" id="{8B0E2AE9-E4EC-0043-79BE-3C1479EF5ED0}"/>
              </a:ext>
            </a:extLst>
          </p:cNvPr>
          <p:cNvSpPr/>
          <p:nvPr/>
        </p:nvSpPr>
        <p:spPr>
          <a:xfrm>
            <a:off x="2489193" y="5185441"/>
            <a:ext cx="4126759" cy="180025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3" name="사각형: 둥근 모서리 6">
            <a:extLst>
              <a:ext uri="{FF2B5EF4-FFF2-40B4-BE49-F238E27FC236}">
                <a16:creationId xmlns:a16="http://schemas.microsoft.com/office/drawing/2014/main" id="{ADDAB972-7C57-1805-6563-CD29BB3B43FD}"/>
              </a:ext>
            </a:extLst>
          </p:cNvPr>
          <p:cNvSpPr/>
          <p:nvPr/>
        </p:nvSpPr>
        <p:spPr>
          <a:xfrm>
            <a:off x="2489192" y="5373024"/>
            <a:ext cx="1356667" cy="180025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5" name="사각형: 둥근 모서리 6">
            <a:extLst>
              <a:ext uri="{FF2B5EF4-FFF2-40B4-BE49-F238E27FC236}">
                <a16:creationId xmlns:a16="http://schemas.microsoft.com/office/drawing/2014/main" id="{567742E3-1D2D-09A9-8DA7-C9485554CC8C}"/>
              </a:ext>
            </a:extLst>
          </p:cNvPr>
          <p:cNvSpPr/>
          <p:nvPr/>
        </p:nvSpPr>
        <p:spPr>
          <a:xfrm>
            <a:off x="2489192" y="5551643"/>
            <a:ext cx="1894549" cy="171060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7" name="사각형: 둥근 모서리 6">
            <a:extLst>
              <a:ext uri="{FF2B5EF4-FFF2-40B4-BE49-F238E27FC236}">
                <a16:creationId xmlns:a16="http://schemas.microsoft.com/office/drawing/2014/main" id="{9FC8B86F-D095-F2DA-6785-7808D3D9EA20}"/>
              </a:ext>
            </a:extLst>
          </p:cNvPr>
          <p:cNvSpPr/>
          <p:nvPr/>
        </p:nvSpPr>
        <p:spPr>
          <a:xfrm>
            <a:off x="2489192" y="5721297"/>
            <a:ext cx="2351749" cy="158837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982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C01D9-01B1-E708-ECE0-19C4E5E72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52CC447-3678-0C0C-CF0E-888D07948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622" y="1446537"/>
            <a:ext cx="7681293" cy="5129003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C40D1D-E252-3A53-DE2E-BDC81F22A4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1531" y="934833"/>
            <a:ext cx="11473629" cy="5589345"/>
          </a:xfrm>
        </p:spPr>
        <p:txBody>
          <a:bodyPr/>
          <a:lstStyle/>
          <a:p>
            <a:r>
              <a:rPr lang="en-US" altLang="ko-KR"/>
              <a:t>“</a:t>
            </a:r>
            <a:r>
              <a:rPr lang="ko-KR" altLang="en-US"/>
              <a:t>폴더 선택</a:t>
            </a:r>
            <a:r>
              <a:rPr lang="en-US" altLang="ko-KR"/>
              <a:t>”</a:t>
            </a:r>
            <a:r>
              <a:rPr lang="ko-KR" altLang="en-US"/>
              <a:t> 버튼 클릭 후 </a:t>
            </a:r>
            <a:r>
              <a:rPr lang="en-US" altLang="ko-KR"/>
              <a:t>“kgw”</a:t>
            </a:r>
            <a:r>
              <a:rPr lang="ko-KR" altLang="en-US" dirty="0"/>
              <a:t>로 설정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0048A12-897A-D594-6099-5A8442548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 Desktop </a:t>
            </a:r>
            <a:r>
              <a:rPr lang="ko-KR" altLang="en-US"/>
              <a:t>앱 실행 확인</a:t>
            </a:r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032E7AD-031F-B73B-6103-18834BF00C4E}"/>
              </a:ext>
            </a:extLst>
          </p:cNvPr>
          <p:cNvSpPr/>
          <p:nvPr/>
        </p:nvSpPr>
        <p:spPr>
          <a:xfrm>
            <a:off x="5835824" y="2667743"/>
            <a:ext cx="1461447" cy="160831"/>
          </a:xfrm>
          <a:prstGeom prst="roundRect">
            <a:avLst/>
          </a:prstGeom>
          <a:solidFill>
            <a:schemeClr val="accent1">
              <a:lumMod val="50000"/>
              <a:alpha val="5098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2180AC-36DD-AD3B-0D41-72F04AA68D29}"/>
              </a:ext>
            </a:extLst>
          </p:cNvPr>
          <p:cNvSpPr txBox="1"/>
          <p:nvPr/>
        </p:nvSpPr>
        <p:spPr>
          <a:xfrm>
            <a:off x="5753059" y="2828574"/>
            <a:ext cx="2250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chemeClr val="accent1">
                    <a:lumMod val="50000"/>
                  </a:schemeClr>
                </a:solidFill>
              </a:rPr>
              <a:t>파일 경로 확인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A28A47C-F172-9F1C-D6E5-44ED512B6224}"/>
              </a:ext>
            </a:extLst>
          </p:cNvPr>
          <p:cNvSpPr/>
          <p:nvPr/>
        </p:nvSpPr>
        <p:spPr>
          <a:xfrm>
            <a:off x="8284001" y="5155469"/>
            <a:ext cx="479170" cy="160827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27A279-FC41-80FC-76E7-D78D3E4B80D9}"/>
              </a:ext>
            </a:extLst>
          </p:cNvPr>
          <p:cNvSpPr txBox="1"/>
          <p:nvPr/>
        </p:nvSpPr>
        <p:spPr>
          <a:xfrm>
            <a:off x="8148920" y="4693804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>
                <a:solidFill>
                  <a:srgbClr val="C00000"/>
                </a:solidFill>
              </a:rPr>
              <a:t>⑬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B9A4AF6-1AAB-C169-E585-9FE0B02B4724}"/>
              </a:ext>
            </a:extLst>
          </p:cNvPr>
          <p:cNvSpPr/>
          <p:nvPr/>
        </p:nvSpPr>
        <p:spPr>
          <a:xfrm>
            <a:off x="4886376" y="5772826"/>
            <a:ext cx="582093" cy="160688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7BD546-A9E2-86AA-6562-2FAA51622CDE}"/>
              </a:ext>
            </a:extLst>
          </p:cNvPr>
          <p:cNvSpPr txBox="1"/>
          <p:nvPr/>
        </p:nvSpPr>
        <p:spPr>
          <a:xfrm>
            <a:off x="4646790" y="5311161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>
                <a:solidFill>
                  <a:srgbClr val="C00000"/>
                </a:solidFill>
              </a:rPr>
              <a:t>⑫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062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6141B75-F8F4-9849-0F3A-9647D1845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687" y="1452564"/>
            <a:ext cx="7667180" cy="5128379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F5EE95-2B4B-DDCC-EABD-3E4C1CD4F2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워크스페이스 신뢰</a:t>
            </a:r>
            <a:r>
              <a:rPr lang="en-US" altLang="ko-KR" dirty="0"/>
              <a:t>”</a:t>
            </a:r>
            <a:r>
              <a:rPr lang="ko-KR" altLang="en-US" dirty="0"/>
              <a:t> 클릭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E6D4A3-4E83-DDFF-9F3A-B4668802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 Desktop </a:t>
            </a:r>
            <a:r>
              <a:rPr lang="ko-KR" altLang="en-US"/>
              <a:t>앱 실행 확인</a:t>
            </a:r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EFFEA47-C9F9-5E96-3AE8-2A5A9654E629}"/>
              </a:ext>
            </a:extLst>
          </p:cNvPr>
          <p:cNvSpPr/>
          <p:nvPr/>
        </p:nvSpPr>
        <p:spPr>
          <a:xfrm>
            <a:off x="6733106" y="4545869"/>
            <a:ext cx="707600" cy="169653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86C800-5C7E-8474-2153-B9C192F08195}"/>
              </a:ext>
            </a:extLst>
          </p:cNvPr>
          <p:cNvSpPr txBox="1"/>
          <p:nvPr/>
        </p:nvSpPr>
        <p:spPr>
          <a:xfrm>
            <a:off x="6284258" y="4381932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>
                <a:solidFill>
                  <a:srgbClr val="C00000"/>
                </a:solidFill>
              </a:rPr>
              <a:t>⑭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524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88179B6-D1E7-961D-3B57-DF690DE50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232" y="1451349"/>
            <a:ext cx="7669480" cy="5079126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F5EE95-2B4B-DDCC-EABD-3E4C1CD4F2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/>
              <a:t>프롬프트 창에 </a:t>
            </a:r>
            <a:r>
              <a:rPr lang="en-US" altLang="ko-KR" dirty="0"/>
              <a:t>“</a:t>
            </a:r>
            <a:r>
              <a:rPr lang="ko-KR" altLang="en-US" dirty="0"/>
              <a:t>안녕하세요</a:t>
            </a:r>
            <a:r>
              <a:rPr lang="en-US" altLang="ko-KR" dirty="0"/>
              <a:t>.”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입력하여 설치 완료 확인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E6D4A3-4E83-DDFF-9F3A-B4668802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 Desktop </a:t>
            </a:r>
            <a:r>
              <a:rPr lang="ko-KR" altLang="en-US"/>
              <a:t>앱 실행 확인</a:t>
            </a:r>
            <a:endParaRPr lang="ko-KR" alt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7B83365-C1B5-2FB7-5622-D5B605E3F75C}"/>
              </a:ext>
            </a:extLst>
          </p:cNvPr>
          <p:cNvSpPr/>
          <p:nvPr/>
        </p:nvSpPr>
        <p:spPr>
          <a:xfrm>
            <a:off x="4551026" y="6016012"/>
            <a:ext cx="597781" cy="267676"/>
          </a:xfrm>
          <a:prstGeom prst="roundRect">
            <a:avLst/>
          </a:prstGeom>
          <a:solidFill>
            <a:srgbClr val="C00000">
              <a:alpha val="5098"/>
            </a:srgbClr>
          </a:solidFill>
          <a:ln w="12700">
            <a:solidFill>
              <a:srgbClr val="C00000"/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32146F-9722-7FA2-11A6-6FB371369768}"/>
              </a:ext>
            </a:extLst>
          </p:cNvPr>
          <p:cNvSpPr txBox="1"/>
          <p:nvPr/>
        </p:nvSpPr>
        <p:spPr>
          <a:xfrm>
            <a:off x="4071856" y="5889099"/>
            <a:ext cx="4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>
                <a:solidFill>
                  <a:srgbClr val="C00000"/>
                </a:solidFill>
              </a:rPr>
              <a:t>⑮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677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E1549-7FBD-380A-65B7-6C55721DE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C665399-0C4B-409D-D054-6B56D003A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688" y="1468792"/>
            <a:ext cx="7669488" cy="5109606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DB22F9-D34E-E293-1975-B918461130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안녕하세요</a:t>
            </a:r>
            <a:r>
              <a:rPr lang="en-US" altLang="ko-KR" dirty="0"/>
              <a:t>. </a:t>
            </a:r>
            <a:r>
              <a:rPr lang="ko-KR" altLang="en-US" dirty="0"/>
              <a:t>무엇을 도와 드릴까요</a:t>
            </a:r>
            <a:r>
              <a:rPr lang="en-US" altLang="ko-KR" dirty="0"/>
              <a:t>?”</a:t>
            </a:r>
            <a:r>
              <a:rPr lang="ko-KR" altLang="en-US" dirty="0"/>
              <a:t>와 유사한 문구의 답변을 받으면 설치 성공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8A70B20-9389-26C9-7357-02FD56853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Desktop </a:t>
            </a:r>
            <a:r>
              <a:rPr lang="ko-KR" altLang="en-US"/>
              <a:t>앱 실행 확인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9EF04E0-CBEB-07EF-0FC5-0EF14B485323}"/>
              </a:ext>
            </a:extLst>
          </p:cNvPr>
          <p:cNvSpPr/>
          <p:nvPr/>
        </p:nvSpPr>
        <p:spPr>
          <a:xfrm>
            <a:off x="4371548" y="1962066"/>
            <a:ext cx="5077253" cy="1534488"/>
          </a:xfrm>
          <a:prstGeom prst="roundRect">
            <a:avLst>
              <a:gd name="adj" fmla="val 7445"/>
            </a:avLst>
          </a:prstGeom>
          <a:solidFill>
            <a:schemeClr val="accent6">
              <a:lumMod val="50000"/>
              <a:alpha val="5098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txBody>
          <a:bodyPr rtlCol="0" anchor="ctr"/>
          <a:lstStyle/>
          <a:p>
            <a:pPr algn="l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3224C2-C328-62F2-1FBD-A80E596A2A12}"/>
              </a:ext>
            </a:extLst>
          </p:cNvPr>
          <p:cNvSpPr txBox="1"/>
          <p:nvPr/>
        </p:nvSpPr>
        <p:spPr>
          <a:xfrm>
            <a:off x="3927797" y="1921282"/>
            <a:ext cx="362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i="0">
                <a:solidFill>
                  <a:schemeClr val="accent6">
                    <a:lumMod val="75000"/>
                  </a:schemeClr>
                </a:solidFill>
                <a:effectLst/>
                <a:latin typeface="AppleSDGothicNeo"/>
              </a:rPr>
              <a:t>⑯</a:t>
            </a:r>
            <a:endParaRPr lang="ko-KR" alt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165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610F6FE5FE5B8449C335651FE28C8B3" ma:contentTypeVersion="3" ma:contentTypeDescription="새 문서를 만듭니다." ma:contentTypeScope="" ma:versionID="7d1f8f27dc0897d4afaf7deada6a9838">
  <xsd:schema xmlns:xsd="http://www.w3.org/2001/XMLSchema" xmlns:xs="http://www.w3.org/2001/XMLSchema" xmlns:p="http://schemas.microsoft.com/office/2006/metadata/properties" xmlns:ns2="e28d4b18-de07-412d-b9cb-4c824ef7da05" targetNamespace="http://schemas.microsoft.com/office/2006/metadata/properties" ma:root="true" ma:fieldsID="f5107dc2d5f9353f98a3ece481d3dff3" ns2:_="">
    <xsd:import namespace="e28d4b18-de07-412d-b9cb-4c824ef7da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8d4b18-de07-412d-b9cb-4c824ef7da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A112565-D3B1-4B64-9C8F-CF6B23BA80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8d4b18-de07-412d-b9cb-4c824ef7da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45352B7-0373-4832-B1DF-20F45289840E}">
  <ds:schemaRefs>
    <ds:schemaRef ds:uri="http://schemas.openxmlformats.org/package/2006/metadata/core-properties"/>
    <ds:schemaRef ds:uri="e28d4b18-de07-412d-b9cb-4c824ef7da05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6E852E8-4ECC-4AB1-A43A-66A0DFEC109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147116</TotalTime>
  <Words>623</Words>
  <Application>Microsoft Office PowerPoint</Application>
  <PresentationFormat>와이드스크린</PresentationFormat>
  <Paragraphs>120</Paragraphs>
  <Slides>25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AppleSDGothicNeo</vt:lpstr>
      <vt:lpstr>se-nanumbarungothic</vt:lpstr>
      <vt:lpstr>맑은 고딕</vt:lpstr>
      <vt:lpstr>Arial</vt:lpstr>
      <vt:lpstr>Calibri</vt:lpstr>
      <vt:lpstr>Cambria Math</vt:lpstr>
      <vt:lpstr>Office 테마</vt:lpstr>
      <vt:lpstr>PowerPoint 프레젠테이션</vt:lpstr>
      <vt:lpstr>S/W 설치 과정 개괄</vt:lpstr>
      <vt:lpstr>PowerPoint 프레젠테이션</vt:lpstr>
      <vt:lpstr>Claude Desktop 앱</vt:lpstr>
      <vt:lpstr>Claude Desktop 앱 설치</vt:lpstr>
      <vt:lpstr>Claude Desktop 앱 설치</vt:lpstr>
      <vt:lpstr>Claude Desktop 앱 설치</vt:lpstr>
      <vt:lpstr>Claude Desktop 앱 설치</vt:lpstr>
      <vt:lpstr>Claude Desktop 앱 설치</vt:lpstr>
      <vt:lpstr>Claude Desktop 앱 설치</vt:lpstr>
      <vt:lpstr>Claude Desktop 앱 설치</vt:lpstr>
      <vt:lpstr>Claude Desktop 앱 설치</vt:lpstr>
      <vt:lpstr>Claude Desktop 앱 설치</vt:lpstr>
      <vt:lpstr>PowerPoint 프레젠테이션</vt:lpstr>
      <vt:lpstr>프로젝트 폴더 생성</vt:lpstr>
      <vt:lpstr>PowerPoint 프레젠테이션</vt:lpstr>
      <vt:lpstr>Terminal 창 열기</vt:lpstr>
      <vt:lpstr>Homebrew 설치</vt:lpstr>
      <vt:lpstr>Homebrew 설치 완료</vt:lpstr>
      <vt:lpstr>설치 시작</vt:lpstr>
      <vt:lpstr>설치 완료 확인</vt:lpstr>
      <vt:lpstr>Claude Desktop 앱 실행 확인</vt:lpstr>
      <vt:lpstr>Claude Desktop 앱 실행 확인</vt:lpstr>
      <vt:lpstr>Claude Desktop 앱 실행 확인</vt:lpstr>
      <vt:lpstr>Claude Desktop 앱 실행 확인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Hyunseok Oh</dc:creator>
  <cp:lastModifiedBy>Hyunseok Oh</cp:lastModifiedBy>
  <cp:revision>1527</cp:revision>
  <cp:lastPrinted>2026-08-05T12:02:39Z</cp:lastPrinted>
  <dcterms:created xsi:type="dcterms:W3CDTF">2021-11-26T06:44:00Z</dcterms:created>
  <dcterms:modified xsi:type="dcterms:W3CDTF">2026-08-13T05:46:15Z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0x0101004610F6FE5FE5B8449C335651FE28C8B3</vt:lpwstr>
  </property>
</Properties>
</file>