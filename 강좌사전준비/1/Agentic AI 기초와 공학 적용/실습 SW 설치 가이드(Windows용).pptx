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34"/>
  </p:notesMasterIdLst>
  <p:sldIdLst>
    <p:sldId id="1435" r:id="rId5"/>
    <p:sldId id="3350" r:id="rId6"/>
    <p:sldId id="662" r:id="rId7"/>
    <p:sldId id="3325" r:id="rId8"/>
    <p:sldId id="3351" r:id="rId9"/>
    <p:sldId id="3352" r:id="rId10"/>
    <p:sldId id="3353" r:id="rId11"/>
    <p:sldId id="3354" r:id="rId12"/>
    <p:sldId id="3355" r:id="rId13"/>
    <p:sldId id="3356" r:id="rId14"/>
    <p:sldId id="3387" r:id="rId15"/>
    <p:sldId id="3384" r:id="rId16"/>
    <p:sldId id="3385" r:id="rId17"/>
    <p:sldId id="3363" r:id="rId18"/>
    <p:sldId id="3381" r:id="rId19"/>
    <p:sldId id="3365" r:id="rId20"/>
    <p:sldId id="3386" r:id="rId21"/>
    <p:sldId id="3358" r:id="rId22"/>
    <p:sldId id="3382" r:id="rId23"/>
    <p:sldId id="3359" r:id="rId24"/>
    <p:sldId id="3383" r:id="rId25"/>
    <p:sldId id="3361" r:id="rId26"/>
    <p:sldId id="3367" r:id="rId27"/>
    <p:sldId id="3349" r:id="rId28"/>
    <p:sldId id="3376" r:id="rId29"/>
    <p:sldId id="3377" r:id="rId30"/>
    <p:sldId id="3378" r:id="rId31"/>
    <p:sldId id="3379" r:id="rId32"/>
    <p:sldId id="3380" r:id="rId33"/>
  </p:sldIdLst>
  <p:sldSz cx="12192000" cy="6858000"/>
  <p:notesSz cx="4683125" cy="86868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FBD3D62-F231-4C59-AD80-74A26CB1D53F}">
          <p14:sldIdLst>
            <p14:sldId id="1435"/>
            <p14:sldId id="3350"/>
            <p14:sldId id="662"/>
            <p14:sldId id="3325"/>
            <p14:sldId id="3351"/>
            <p14:sldId id="3352"/>
            <p14:sldId id="3353"/>
            <p14:sldId id="3354"/>
            <p14:sldId id="3355"/>
            <p14:sldId id="3356"/>
            <p14:sldId id="3387"/>
            <p14:sldId id="3384"/>
            <p14:sldId id="3385"/>
            <p14:sldId id="3363"/>
            <p14:sldId id="3381"/>
            <p14:sldId id="3365"/>
            <p14:sldId id="3386"/>
            <p14:sldId id="3358"/>
            <p14:sldId id="3382"/>
            <p14:sldId id="3359"/>
            <p14:sldId id="3383"/>
            <p14:sldId id="3361"/>
            <p14:sldId id="3367"/>
            <p14:sldId id="3349"/>
            <p14:sldId id="3376"/>
            <p14:sldId id="3377"/>
            <p14:sldId id="3378"/>
            <p14:sldId id="3379"/>
            <p14:sldId id="33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orient="horz" pos="2568" userDrawn="1">
          <p15:clr>
            <a:srgbClr val="A4A3A4"/>
          </p15:clr>
        </p15:guide>
        <p15:guide id="4" pos="2910" userDrawn="1">
          <p15:clr>
            <a:srgbClr val="A4A3A4"/>
          </p15:clr>
        </p15:guide>
        <p15:guide id="5" pos="5155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8BF711-B749-4E7B-60BE-0D6DDC3D3C1E}" name="혜림 박" initials="혜박" userId="fcc31f0c30898c6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C00000"/>
    <a:srgbClr val="0000CC"/>
    <a:srgbClr val="FF0000"/>
    <a:srgbClr val="FFFFFF"/>
    <a:srgbClr val="FEFEFE"/>
    <a:srgbClr val="CD0000"/>
    <a:srgbClr val="A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554A2-6CC5-4E56-ABA5-0A9CCC213A78}" v="2" dt="2026-08-06T15:41:56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2545" autoAdjust="0"/>
  </p:normalViewPr>
  <p:slideViewPr>
    <p:cSldViewPr snapToGrid="0">
      <p:cViewPr varScale="1">
        <p:scale>
          <a:sx n="72" d="100"/>
          <a:sy n="72" d="100"/>
        </p:scale>
        <p:origin x="56" y="1564"/>
      </p:cViewPr>
      <p:guideLst>
        <p:guide orient="horz" pos="595"/>
        <p:guide pos="574"/>
        <p:guide orient="horz" pos="2568"/>
        <p:guide pos="2910"/>
        <p:guide pos="5155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 OH" userId="525b7015a3a70fe0" providerId="LiveId" clId="{E1AB201E-F221-44A8-A5AC-A73AA1BA4C3B}"/>
    <pc:docChg chg="undo custSel modSld">
      <pc:chgData name="ARIN OH" userId="525b7015a3a70fe0" providerId="LiveId" clId="{E1AB201E-F221-44A8-A5AC-A73AA1BA4C3B}" dt="2026-08-06T15:53:50.761" v="192" actId="478"/>
      <pc:docMkLst>
        <pc:docMk/>
      </pc:docMkLst>
      <pc:sldChg chg="addSp delSp modSp mod">
        <pc:chgData name="ARIN OH" userId="525b7015a3a70fe0" providerId="LiveId" clId="{E1AB201E-F221-44A8-A5AC-A73AA1BA4C3B}" dt="2026-08-06T15:45:54.698" v="58" actId="1076"/>
        <pc:sldMkLst>
          <pc:docMk/>
          <pc:sldMk cId="3976027053" sldId="3353"/>
        </pc:sldMkLst>
        <pc:spChg chg="add del mod">
          <ac:chgData name="ARIN OH" userId="525b7015a3a70fe0" providerId="LiveId" clId="{E1AB201E-F221-44A8-A5AC-A73AA1BA4C3B}" dt="2026-08-06T15:43:41.291" v="22" actId="478"/>
          <ac:spMkLst>
            <pc:docMk/>
            <pc:sldMk cId="3976027053" sldId="3353"/>
            <ac:spMk id="4" creationId="{C6CBACE6-5A81-07F6-C09C-B4D66F7FFA0B}"/>
          </ac:spMkLst>
        </pc:spChg>
        <pc:spChg chg="add del mod">
          <ac:chgData name="ARIN OH" userId="525b7015a3a70fe0" providerId="LiveId" clId="{E1AB201E-F221-44A8-A5AC-A73AA1BA4C3B}" dt="2026-08-06T15:43:43.590" v="24" actId="478"/>
          <ac:spMkLst>
            <pc:docMk/>
            <pc:sldMk cId="3976027053" sldId="3353"/>
            <ac:spMk id="6" creationId="{A3558B10-3A39-F1EE-B005-EFFE2D43D990}"/>
          </ac:spMkLst>
        </pc:spChg>
        <pc:grpChg chg="add mod">
          <ac:chgData name="ARIN OH" userId="525b7015a3a70fe0" providerId="LiveId" clId="{E1AB201E-F221-44A8-A5AC-A73AA1BA4C3B}" dt="2026-08-06T15:41:56.175" v="7" actId="164"/>
          <ac:grpSpMkLst>
            <pc:docMk/>
            <pc:sldMk cId="3976027053" sldId="3353"/>
            <ac:grpSpMk id="8" creationId="{D5E52341-5D73-7CB3-3DFC-AF3DA883A5B9}"/>
          </ac:grpSpMkLst>
        </pc:grpChg>
        <pc:picChg chg="add del mod">
          <ac:chgData name="ARIN OH" userId="525b7015a3a70fe0" providerId="LiveId" clId="{E1AB201E-F221-44A8-A5AC-A73AA1BA4C3B}" dt="2026-08-06T15:43:39.195" v="21" actId="478"/>
          <ac:picMkLst>
            <pc:docMk/>
            <pc:sldMk cId="3976027053" sldId="3353"/>
            <ac:picMk id="5" creationId="{12DC8775-9772-3F92-4742-4183CB72CBC5}"/>
          </ac:picMkLst>
        </pc:picChg>
        <pc:picChg chg="add del mod">
          <ac:chgData name="ARIN OH" userId="525b7015a3a70fe0" providerId="LiveId" clId="{E1AB201E-F221-44A8-A5AC-A73AA1BA4C3B}" dt="2026-08-06T15:43:07.668" v="12" actId="931"/>
          <ac:picMkLst>
            <pc:docMk/>
            <pc:sldMk cId="3976027053" sldId="3353"/>
            <ac:picMk id="10" creationId="{90C49AEA-4C0D-5B1A-6C9A-AFA4A9344296}"/>
          </ac:picMkLst>
        </pc:picChg>
        <pc:picChg chg="add mod ord">
          <ac:chgData name="ARIN OH" userId="525b7015a3a70fe0" providerId="LiveId" clId="{E1AB201E-F221-44A8-A5AC-A73AA1BA4C3B}" dt="2026-08-06T15:45:54.698" v="58" actId="1076"/>
          <ac:picMkLst>
            <pc:docMk/>
            <pc:sldMk cId="3976027053" sldId="3353"/>
            <ac:picMk id="13" creationId="{23F18D1E-CF69-3967-8F9D-45A527F9FF8A}"/>
          </ac:picMkLst>
        </pc:picChg>
      </pc:sldChg>
      <pc:sldChg chg="addSp delSp modSp mod">
        <pc:chgData name="ARIN OH" userId="525b7015a3a70fe0" providerId="LiveId" clId="{E1AB201E-F221-44A8-A5AC-A73AA1BA4C3B}" dt="2026-08-06T15:45:59.994" v="60" actId="1076"/>
        <pc:sldMkLst>
          <pc:docMk/>
          <pc:sldMk cId="3028131901" sldId="3354"/>
        </pc:sldMkLst>
        <pc:spChg chg="add del mod">
          <ac:chgData name="ARIN OH" userId="525b7015a3a70fe0" providerId="LiveId" clId="{E1AB201E-F221-44A8-A5AC-A73AA1BA4C3B}" dt="2026-08-06T15:45:13.814" v="54" actId="478"/>
          <ac:spMkLst>
            <pc:docMk/>
            <pc:sldMk cId="3028131901" sldId="3354"/>
            <ac:spMk id="4" creationId="{4D2821A3-2AA5-7203-D531-F17F1B20071E}"/>
          </ac:spMkLst>
        </pc:spChg>
        <pc:spChg chg="add del mod">
          <ac:chgData name="ARIN OH" userId="525b7015a3a70fe0" providerId="LiveId" clId="{E1AB201E-F221-44A8-A5AC-A73AA1BA4C3B}" dt="2026-08-06T15:45:14.834" v="55" actId="478"/>
          <ac:spMkLst>
            <pc:docMk/>
            <pc:sldMk cId="3028131901" sldId="3354"/>
            <ac:spMk id="5" creationId="{0473F74B-4DC9-72F3-451E-0AC0797792B7}"/>
          </ac:spMkLst>
        </pc:spChg>
        <pc:spChg chg="add del mod">
          <ac:chgData name="ARIN OH" userId="525b7015a3a70fe0" providerId="LiveId" clId="{E1AB201E-F221-44A8-A5AC-A73AA1BA4C3B}" dt="2026-08-06T15:45:15.217" v="56" actId="478"/>
          <ac:spMkLst>
            <pc:docMk/>
            <pc:sldMk cId="3028131901" sldId="3354"/>
            <ac:spMk id="9" creationId="{7FAD61F1-085F-7E12-3A15-CFAB700A2959}"/>
          </ac:spMkLst>
        </pc:spChg>
        <pc:picChg chg="add del mod">
          <ac:chgData name="ARIN OH" userId="525b7015a3a70fe0" providerId="LiveId" clId="{E1AB201E-F221-44A8-A5AC-A73AA1BA4C3B}" dt="2026-08-06T15:45:13.159" v="53" actId="478"/>
          <ac:picMkLst>
            <pc:docMk/>
            <pc:sldMk cId="3028131901" sldId="3354"/>
            <ac:picMk id="6" creationId="{5A3C1471-30CD-873E-E3BE-4B1C05544CA0}"/>
          </ac:picMkLst>
        </pc:picChg>
        <pc:picChg chg="add del mod ord">
          <ac:chgData name="ARIN OH" userId="525b7015a3a70fe0" providerId="LiveId" clId="{E1AB201E-F221-44A8-A5AC-A73AA1BA4C3B}" dt="2026-08-06T15:44:58.973" v="48" actId="931"/>
          <ac:picMkLst>
            <pc:docMk/>
            <pc:sldMk cId="3028131901" sldId="3354"/>
            <ac:picMk id="11" creationId="{E0AD1668-A13D-2B39-E1CC-1CDB280DF8E8}"/>
          </ac:picMkLst>
        </pc:picChg>
        <pc:picChg chg="add mod ord">
          <ac:chgData name="ARIN OH" userId="525b7015a3a70fe0" providerId="LiveId" clId="{E1AB201E-F221-44A8-A5AC-A73AA1BA4C3B}" dt="2026-08-06T15:45:59.994" v="60" actId="1076"/>
          <ac:picMkLst>
            <pc:docMk/>
            <pc:sldMk cId="3028131901" sldId="3354"/>
            <ac:picMk id="13" creationId="{174C8DB8-DBFC-6D0B-B5E8-EEF517338A50}"/>
          </ac:picMkLst>
        </pc:picChg>
      </pc:sldChg>
      <pc:sldChg chg="addSp delSp modSp mod">
        <pc:chgData name="ARIN OH" userId="525b7015a3a70fe0" providerId="LiveId" clId="{E1AB201E-F221-44A8-A5AC-A73AA1BA4C3B}" dt="2026-08-06T15:47:23.913" v="72" actId="1076"/>
        <pc:sldMkLst>
          <pc:docMk/>
          <pc:sldMk cId="3158197105" sldId="3358"/>
        </pc:sldMkLst>
        <pc:spChg chg="del mod">
          <ac:chgData name="ARIN OH" userId="525b7015a3a70fe0" providerId="LiveId" clId="{E1AB201E-F221-44A8-A5AC-A73AA1BA4C3B}" dt="2026-08-06T15:47:21.895" v="70" actId="478"/>
          <ac:spMkLst>
            <pc:docMk/>
            <pc:sldMk cId="3158197105" sldId="3358"/>
            <ac:spMk id="18" creationId="{C5956BDD-6650-CA9B-1035-091F47842684}"/>
          </ac:spMkLst>
        </pc:spChg>
        <pc:spChg chg="del mod">
          <ac:chgData name="ARIN OH" userId="525b7015a3a70fe0" providerId="LiveId" clId="{E1AB201E-F221-44A8-A5AC-A73AA1BA4C3B}" dt="2026-08-06T15:47:21.045" v="69" actId="478"/>
          <ac:spMkLst>
            <pc:docMk/>
            <pc:sldMk cId="3158197105" sldId="3358"/>
            <ac:spMk id="19" creationId="{C09E95B7-49B0-B9EF-3B8C-B93654A5900B}"/>
          </ac:spMkLst>
        </pc:spChg>
        <pc:picChg chg="add mod ord">
          <ac:chgData name="ARIN OH" userId="525b7015a3a70fe0" providerId="LiveId" clId="{E1AB201E-F221-44A8-A5AC-A73AA1BA4C3B}" dt="2026-08-06T15:47:23.913" v="72" actId="1076"/>
          <ac:picMkLst>
            <pc:docMk/>
            <pc:sldMk cId="3158197105" sldId="3358"/>
            <ac:picMk id="5" creationId="{7D90981C-5D23-C279-1286-17CF893922E8}"/>
          </ac:picMkLst>
        </pc:picChg>
        <pc:picChg chg="del mod">
          <ac:chgData name="ARIN OH" userId="525b7015a3a70fe0" providerId="LiveId" clId="{E1AB201E-F221-44A8-A5AC-A73AA1BA4C3B}" dt="2026-08-06T15:47:20.234" v="68" actId="478"/>
          <ac:picMkLst>
            <pc:docMk/>
            <pc:sldMk cId="3158197105" sldId="3358"/>
            <ac:picMk id="16" creationId="{205A21C5-5004-57B0-16A0-8773E07F0DFC}"/>
          </ac:picMkLst>
        </pc:picChg>
      </pc:sldChg>
      <pc:sldChg chg="addSp delSp modSp mod">
        <pc:chgData name="ARIN OH" userId="525b7015a3a70fe0" providerId="LiveId" clId="{E1AB201E-F221-44A8-A5AC-A73AA1BA4C3B}" dt="2026-08-06T15:48:29.374" v="96" actId="1076"/>
        <pc:sldMkLst>
          <pc:docMk/>
          <pc:sldMk cId="1218524420" sldId="3359"/>
        </pc:sldMkLst>
        <pc:spChg chg="del mod">
          <ac:chgData name="ARIN OH" userId="525b7015a3a70fe0" providerId="LiveId" clId="{E1AB201E-F221-44A8-A5AC-A73AA1BA4C3B}" dt="2026-08-06T15:48:25.575" v="94" actId="478"/>
          <ac:spMkLst>
            <pc:docMk/>
            <pc:sldMk cId="1218524420" sldId="3359"/>
            <ac:spMk id="4" creationId="{60B874BE-D717-32B1-2A9D-D424F7FE4886}"/>
          </ac:spMkLst>
        </pc:spChg>
        <pc:spChg chg="del mod">
          <ac:chgData name="ARIN OH" userId="525b7015a3a70fe0" providerId="LiveId" clId="{E1AB201E-F221-44A8-A5AC-A73AA1BA4C3B}" dt="2026-08-06T15:48:24.311" v="93" actId="478"/>
          <ac:spMkLst>
            <pc:docMk/>
            <pc:sldMk cId="1218524420" sldId="3359"/>
            <ac:spMk id="5" creationId="{E055B2BC-8BEE-5FC3-C3B2-2411775A3C5D}"/>
          </ac:spMkLst>
        </pc:spChg>
        <pc:picChg chg="del mod">
          <ac:chgData name="ARIN OH" userId="525b7015a3a70fe0" providerId="LiveId" clId="{E1AB201E-F221-44A8-A5AC-A73AA1BA4C3B}" dt="2026-08-06T15:48:23.643" v="92" actId="478"/>
          <ac:picMkLst>
            <pc:docMk/>
            <pc:sldMk cId="1218524420" sldId="3359"/>
            <ac:picMk id="6" creationId="{3EDC8B84-247B-990B-D83C-9D57BD60B545}"/>
          </ac:picMkLst>
        </pc:picChg>
        <pc:picChg chg="add mod ord">
          <ac:chgData name="ARIN OH" userId="525b7015a3a70fe0" providerId="LiveId" clId="{E1AB201E-F221-44A8-A5AC-A73AA1BA4C3B}" dt="2026-08-06T15:48:29.374" v="96" actId="1076"/>
          <ac:picMkLst>
            <pc:docMk/>
            <pc:sldMk cId="1218524420" sldId="3359"/>
            <ac:picMk id="10" creationId="{9F4AB3E4-EE74-00FD-3682-E16B34475D32}"/>
          </ac:picMkLst>
        </pc:picChg>
      </pc:sldChg>
      <pc:sldChg chg="addSp delSp modSp mod">
        <pc:chgData name="ARIN OH" userId="525b7015a3a70fe0" providerId="LiveId" clId="{E1AB201E-F221-44A8-A5AC-A73AA1BA4C3B}" dt="2026-08-06T15:49:27.573" v="115" actId="1076"/>
        <pc:sldMkLst>
          <pc:docMk/>
          <pc:sldMk cId="3338573492" sldId="3361"/>
        </pc:sldMkLst>
        <pc:spChg chg="del">
          <ac:chgData name="ARIN OH" userId="525b7015a3a70fe0" providerId="LiveId" clId="{E1AB201E-F221-44A8-A5AC-A73AA1BA4C3B}" dt="2026-08-06T15:49:25.469" v="113" actId="478"/>
          <ac:spMkLst>
            <pc:docMk/>
            <pc:sldMk cId="3338573492" sldId="3361"/>
            <ac:spMk id="4" creationId="{234A7601-D90C-C388-8415-D34F5E2F0079}"/>
          </ac:spMkLst>
        </pc:spChg>
        <pc:picChg chg="del mod">
          <ac:chgData name="ARIN OH" userId="525b7015a3a70fe0" providerId="LiveId" clId="{E1AB201E-F221-44A8-A5AC-A73AA1BA4C3B}" dt="2026-08-06T15:49:24.584" v="112" actId="478"/>
          <ac:picMkLst>
            <pc:docMk/>
            <pc:sldMk cId="3338573492" sldId="3361"/>
            <ac:picMk id="6" creationId="{6468C807-C048-FCFB-D225-4A46BE89233C}"/>
          </ac:picMkLst>
        </pc:picChg>
        <pc:picChg chg="add mod ord">
          <ac:chgData name="ARIN OH" userId="525b7015a3a70fe0" providerId="LiveId" clId="{E1AB201E-F221-44A8-A5AC-A73AA1BA4C3B}" dt="2026-08-06T15:49:27.573" v="115" actId="1076"/>
          <ac:picMkLst>
            <pc:docMk/>
            <pc:sldMk cId="3338573492" sldId="3361"/>
            <ac:picMk id="7" creationId="{38F4D485-F8BC-6A5C-E4EE-3C01D713E92E}"/>
          </ac:picMkLst>
        </pc:picChg>
      </pc:sldChg>
      <pc:sldChg chg="addSp delSp modSp mod">
        <pc:chgData name="ARIN OH" userId="525b7015a3a70fe0" providerId="LiveId" clId="{E1AB201E-F221-44A8-A5AC-A73AA1BA4C3B}" dt="2026-08-06T15:51:30.844" v="155" actId="1076"/>
        <pc:sldMkLst>
          <pc:docMk/>
          <pc:sldMk cId="3770560186" sldId="3365"/>
        </pc:sldMkLst>
        <pc:spChg chg="add del mod">
          <ac:chgData name="ARIN OH" userId="525b7015a3a70fe0" providerId="LiveId" clId="{E1AB201E-F221-44A8-A5AC-A73AA1BA4C3B}" dt="2026-08-06T15:51:29.216" v="153" actId="478"/>
          <ac:spMkLst>
            <pc:docMk/>
            <pc:sldMk cId="3770560186" sldId="3365"/>
            <ac:spMk id="5" creationId="{1D6617D5-67FB-1E2E-2E81-7BB822AB2397}"/>
          </ac:spMkLst>
        </pc:spChg>
        <pc:picChg chg="add mod ord">
          <ac:chgData name="ARIN OH" userId="525b7015a3a70fe0" providerId="LiveId" clId="{E1AB201E-F221-44A8-A5AC-A73AA1BA4C3B}" dt="2026-08-06T15:51:30.844" v="155" actId="1076"/>
          <ac:picMkLst>
            <pc:docMk/>
            <pc:sldMk cId="3770560186" sldId="3365"/>
            <ac:picMk id="7" creationId="{E52C53F3-9985-F7D3-31B1-C6BA7254863B}"/>
          </ac:picMkLst>
        </pc:picChg>
        <pc:picChg chg="del">
          <ac:chgData name="ARIN OH" userId="525b7015a3a70fe0" providerId="LiveId" clId="{E1AB201E-F221-44A8-A5AC-A73AA1BA4C3B}" dt="2026-08-06T15:51:28.669" v="152" actId="478"/>
          <ac:picMkLst>
            <pc:docMk/>
            <pc:sldMk cId="3770560186" sldId="3365"/>
            <ac:picMk id="8" creationId="{07C150E5-D44B-957E-AC7C-C3C0DE528203}"/>
          </ac:picMkLst>
        </pc:picChg>
      </pc:sldChg>
      <pc:sldChg chg="addSp delSp modSp mod">
        <pc:chgData name="ARIN OH" userId="525b7015a3a70fe0" providerId="LiveId" clId="{E1AB201E-F221-44A8-A5AC-A73AA1BA4C3B}" dt="2026-08-06T15:52:30.049" v="170" actId="1076"/>
        <pc:sldMkLst>
          <pc:docMk/>
          <pc:sldMk cId="4132619594" sldId="3376"/>
        </pc:sldMkLst>
        <pc:spChg chg="del">
          <ac:chgData name="ARIN OH" userId="525b7015a3a70fe0" providerId="LiveId" clId="{E1AB201E-F221-44A8-A5AC-A73AA1BA4C3B}" dt="2026-08-06T15:52:28.446" v="168" actId="478"/>
          <ac:spMkLst>
            <pc:docMk/>
            <pc:sldMk cId="4132619594" sldId="3376"/>
            <ac:spMk id="14" creationId="{C1609CF7-70A2-23E8-B9EE-BCBC0AC48879}"/>
          </ac:spMkLst>
        </pc:spChg>
        <pc:picChg chg="add mod ord">
          <ac:chgData name="ARIN OH" userId="525b7015a3a70fe0" providerId="LiveId" clId="{E1AB201E-F221-44A8-A5AC-A73AA1BA4C3B}" dt="2026-08-06T15:52:30.049" v="170" actId="1076"/>
          <ac:picMkLst>
            <pc:docMk/>
            <pc:sldMk cId="4132619594" sldId="3376"/>
            <ac:picMk id="7" creationId="{AC7FA0DD-F1BF-071E-BAC4-968EDAC60DF0}"/>
          </ac:picMkLst>
        </pc:picChg>
        <pc:picChg chg="del">
          <ac:chgData name="ARIN OH" userId="525b7015a3a70fe0" providerId="LiveId" clId="{E1AB201E-F221-44A8-A5AC-A73AA1BA4C3B}" dt="2026-08-06T15:52:27.749" v="167" actId="478"/>
          <ac:picMkLst>
            <pc:docMk/>
            <pc:sldMk cId="4132619594" sldId="3376"/>
            <ac:picMk id="12" creationId="{E5683CBC-3DAA-4D55-A185-D4FA0FFF88DC}"/>
          </ac:picMkLst>
        </pc:picChg>
      </pc:sldChg>
      <pc:sldChg chg="addSp delSp modSp mod">
        <pc:chgData name="ARIN OH" userId="525b7015a3a70fe0" providerId="LiveId" clId="{E1AB201E-F221-44A8-A5AC-A73AA1BA4C3B}" dt="2026-08-06T15:52:53.569" v="177" actId="1076"/>
        <pc:sldMkLst>
          <pc:docMk/>
          <pc:sldMk cId="3345624776" sldId="3377"/>
        </pc:sldMkLst>
        <pc:spChg chg="del">
          <ac:chgData name="ARIN OH" userId="525b7015a3a70fe0" providerId="LiveId" clId="{E1AB201E-F221-44A8-A5AC-A73AA1BA4C3B}" dt="2026-08-06T15:52:52" v="175" actId="478"/>
          <ac:spMkLst>
            <pc:docMk/>
            <pc:sldMk cId="3345624776" sldId="3377"/>
            <ac:spMk id="6" creationId="{FEBBA3EB-C042-AC39-AEAC-301CFD6DA13A}"/>
          </ac:spMkLst>
        </pc:spChg>
        <pc:picChg chg="add mod ord">
          <ac:chgData name="ARIN OH" userId="525b7015a3a70fe0" providerId="LiveId" clId="{E1AB201E-F221-44A8-A5AC-A73AA1BA4C3B}" dt="2026-08-06T15:52:53.569" v="177" actId="1076"/>
          <ac:picMkLst>
            <pc:docMk/>
            <pc:sldMk cId="3345624776" sldId="3377"/>
            <ac:picMk id="8" creationId="{C59C6277-C1BC-07A1-E7C2-25E929DD6B02}"/>
          </ac:picMkLst>
        </pc:picChg>
        <pc:picChg chg="del">
          <ac:chgData name="ARIN OH" userId="525b7015a3a70fe0" providerId="LiveId" clId="{E1AB201E-F221-44A8-A5AC-A73AA1BA4C3B}" dt="2026-08-06T15:52:51.357" v="174" actId="478"/>
          <ac:picMkLst>
            <pc:docMk/>
            <pc:sldMk cId="3345624776" sldId="3377"/>
            <ac:picMk id="10" creationId="{52DE17DE-8524-811D-DD35-B7ECD72EAFE9}"/>
          </ac:picMkLst>
        </pc:picChg>
      </pc:sldChg>
      <pc:sldChg chg="addSp delSp modSp mod">
        <pc:chgData name="ARIN OH" userId="525b7015a3a70fe0" providerId="LiveId" clId="{E1AB201E-F221-44A8-A5AC-A73AA1BA4C3B}" dt="2026-08-06T15:53:12.914" v="182" actId="478"/>
        <pc:sldMkLst>
          <pc:docMk/>
          <pc:sldMk cId="3403103612" sldId="3378"/>
        </pc:sldMkLst>
        <pc:spChg chg="del">
          <ac:chgData name="ARIN OH" userId="525b7015a3a70fe0" providerId="LiveId" clId="{E1AB201E-F221-44A8-A5AC-A73AA1BA4C3B}" dt="2026-08-06T15:53:12.914" v="182" actId="478"/>
          <ac:spMkLst>
            <pc:docMk/>
            <pc:sldMk cId="3403103612" sldId="3378"/>
            <ac:spMk id="6" creationId="{3C8B83F2-6DF9-C18D-FF99-1545BB89303E}"/>
          </ac:spMkLst>
        </pc:spChg>
        <pc:picChg chg="add mod ord">
          <ac:chgData name="ARIN OH" userId="525b7015a3a70fe0" providerId="LiveId" clId="{E1AB201E-F221-44A8-A5AC-A73AA1BA4C3B}" dt="2026-08-06T15:53:11.165" v="180" actId="167"/>
          <ac:picMkLst>
            <pc:docMk/>
            <pc:sldMk cId="3403103612" sldId="3378"/>
            <ac:picMk id="9" creationId="{7C4C0D5B-BB57-D17B-F406-673A078710DF}"/>
          </ac:picMkLst>
        </pc:picChg>
        <pc:picChg chg="del">
          <ac:chgData name="ARIN OH" userId="525b7015a3a70fe0" providerId="LiveId" clId="{E1AB201E-F221-44A8-A5AC-A73AA1BA4C3B}" dt="2026-08-06T15:53:12.421" v="181" actId="478"/>
          <ac:picMkLst>
            <pc:docMk/>
            <pc:sldMk cId="3403103612" sldId="3378"/>
            <ac:picMk id="10" creationId="{DC4DCA89-6E7F-9A7F-70B8-A32088737010}"/>
          </ac:picMkLst>
        </pc:picChg>
      </pc:sldChg>
      <pc:sldChg chg="addSp delSp modSp mod">
        <pc:chgData name="ARIN OH" userId="525b7015a3a70fe0" providerId="LiveId" clId="{E1AB201E-F221-44A8-A5AC-A73AA1BA4C3B}" dt="2026-08-06T15:53:50.761" v="192" actId="478"/>
        <pc:sldMkLst>
          <pc:docMk/>
          <pc:sldMk cId="2011770817" sldId="3380"/>
        </pc:sldMkLst>
        <pc:spChg chg="del">
          <ac:chgData name="ARIN OH" userId="525b7015a3a70fe0" providerId="LiveId" clId="{E1AB201E-F221-44A8-A5AC-A73AA1BA4C3B}" dt="2026-08-06T15:53:39.668" v="187" actId="478"/>
          <ac:spMkLst>
            <pc:docMk/>
            <pc:sldMk cId="2011770817" sldId="3380"/>
            <ac:spMk id="4" creationId="{FD178657-606E-1F23-8D79-875F8F08E0BB}"/>
          </ac:spMkLst>
        </pc:spChg>
        <pc:spChg chg="del">
          <ac:chgData name="ARIN OH" userId="525b7015a3a70fe0" providerId="LiveId" clId="{E1AB201E-F221-44A8-A5AC-A73AA1BA4C3B}" dt="2026-08-06T15:53:50.761" v="192" actId="478"/>
          <ac:spMkLst>
            <pc:docMk/>
            <pc:sldMk cId="2011770817" sldId="3380"/>
            <ac:spMk id="16" creationId="{1EEACE71-0672-C1CE-490D-C407B6F3CE3F}"/>
          </ac:spMkLst>
        </pc:spChg>
        <pc:picChg chg="add mod ord">
          <ac:chgData name="ARIN OH" userId="525b7015a3a70fe0" providerId="LiveId" clId="{E1AB201E-F221-44A8-A5AC-A73AA1BA4C3B}" dt="2026-08-06T15:53:37.980" v="185" actId="167"/>
          <ac:picMkLst>
            <pc:docMk/>
            <pc:sldMk cId="2011770817" sldId="3380"/>
            <ac:picMk id="8" creationId="{4FF35887-DA4C-FE69-A2B4-5376F187DB9C}"/>
          </ac:picMkLst>
        </pc:picChg>
        <pc:picChg chg="del">
          <ac:chgData name="ARIN OH" userId="525b7015a3a70fe0" providerId="LiveId" clId="{E1AB201E-F221-44A8-A5AC-A73AA1BA4C3B}" dt="2026-08-06T15:53:39.089" v="186" actId="478"/>
          <ac:picMkLst>
            <pc:docMk/>
            <pc:sldMk cId="2011770817" sldId="3380"/>
            <ac:picMk id="10" creationId="{5B0D85B7-5966-47E2-C399-0DD7E3B0A0C5}"/>
          </ac:picMkLst>
        </pc:picChg>
        <pc:picChg chg="add mod ord">
          <ac:chgData name="ARIN OH" userId="525b7015a3a70fe0" providerId="LiveId" clId="{E1AB201E-F221-44A8-A5AC-A73AA1BA4C3B}" dt="2026-08-06T15:53:48.546" v="190" actId="167"/>
          <ac:picMkLst>
            <pc:docMk/>
            <pc:sldMk cId="2011770817" sldId="3380"/>
            <ac:picMk id="11" creationId="{644FE044-C3D1-DA8E-3568-66AB441FE838}"/>
          </ac:picMkLst>
        </pc:picChg>
        <pc:picChg chg="del">
          <ac:chgData name="ARIN OH" userId="525b7015a3a70fe0" providerId="LiveId" clId="{E1AB201E-F221-44A8-A5AC-A73AA1BA4C3B}" dt="2026-08-06T15:53:50.165" v="191" actId="478"/>
          <ac:picMkLst>
            <pc:docMk/>
            <pc:sldMk cId="2011770817" sldId="3380"/>
            <ac:picMk id="15" creationId="{B22378E3-6446-B47D-AD55-6C6583BAB1D7}"/>
          </ac:picMkLst>
        </pc:picChg>
      </pc:sldChg>
      <pc:sldChg chg="addSp delSp modSp mod">
        <pc:chgData name="ARIN OH" userId="525b7015a3a70fe0" providerId="LiveId" clId="{E1AB201E-F221-44A8-A5AC-A73AA1BA4C3B}" dt="2026-08-06T15:50:38.099" v="143" actId="1076"/>
        <pc:sldMkLst>
          <pc:docMk/>
          <pc:sldMk cId="2603704212" sldId="3381"/>
        </pc:sldMkLst>
        <pc:spChg chg="del ord">
          <ac:chgData name="ARIN OH" userId="525b7015a3a70fe0" providerId="LiveId" clId="{E1AB201E-F221-44A8-A5AC-A73AA1BA4C3B}" dt="2026-08-06T15:50:36.237" v="141" actId="478"/>
          <ac:spMkLst>
            <pc:docMk/>
            <pc:sldMk cId="2603704212" sldId="3381"/>
            <ac:spMk id="4" creationId="{03283500-238D-2CFB-9D12-6E32262AF9D0}"/>
          </ac:spMkLst>
        </pc:spChg>
        <pc:picChg chg="del mod ord">
          <ac:chgData name="ARIN OH" userId="525b7015a3a70fe0" providerId="LiveId" clId="{E1AB201E-F221-44A8-A5AC-A73AA1BA4C3B}" dt="2026-08-06T15:50:35.375" v="140" actId="478"/>
          <ac:picMkLst>
            <pc:docMk/>
            <pc:sldMk cId="2603704212" sldId="3381"/>
            <ac:picMk id="7" creationId="{1AAAA766-29C4-9D59-C015-3E28F38AFD3F}"/>
          </ac:picMkLst>
        </pc:picChg>
        <pc:picChg chg="add mod ord">
          <ac:chgData name="ARIN OH" userId="525b7015a3a70fe0" providerId="LiveId" clId="{E1AB201E-F221-44A8-A5AC-A73AA1BA4C3B}" dt="2026-08-06T15:50:38.099" v="143" actId="1076"/>
          <ac:picMkLst>
            <pc:docMk/>
            <pc:sldMk cId="2603704212" sldId="3381"/>
            <ac:picMk id="12" creationId="{2D98B89C-83FC-FA6D-B0D4-BCCAE1FE32CB}"/>
          </ac:picMkLst>
        </pc:picChg>
      </pc:sldChg>
      <pc:sldChg chg="addSp delSp modSp mod">
        <pc:chgData name="ARIN OH" userId="525b7015a3a70fe0" providerId="LiveId" clId="{E1AB201E-F221-44A8-A5AC-A73AA1BA4C3B}" dt="2026-08-06T15:47:54.965" v="84" actId="1076"/>
        <pc:sldMkLst>
          <pc:docMk/>
          <pc:sldMk cId="1072572856" sldId="3382"/>
        </pc:sldMkLst>
        <pc:spChg chg="del">
          <ac:chgData name="ARIN OH" userId="525b7015a3a70fe0" providerId="LiveId" clId="{E1AB201E-F221-44A8-A5AC-A73AA1BA4C3B}" dt="2026-08-06T15:47:51.030" v="82" actId="478"/>
          <ac:spMkLst>
            <pc:docMk/>
            <pc:sldMk cId="1072572856" sldId="3382"/>
            <ac:spMk id="4" creationId="{762FBC7C-A819-1D12-9E65-F7CF40D6D4FF}"/>
          </ac:spMkLst>
        </pc:spChg>
        <pc:spChg chg="del">
          <ac:chgData name="ARIN OH" userId="525b7015a3a70fe0" providerId="LiveId" clId="{E1AB201E-F221-44A8-A5AC-A73AA1BA4C3B}" dt="2026-08-06T15:47:49.199" v="80" actId="478"/>
          <ac:spMkLst>
            <pc:docMk/>
            <pc:sldMk cId="1072572856" sldId="3382"/>
            <ac:spMk id="6" creationId="{96C1961B-C62A-4813-B3EB-1ADB28D8A095}"/>
          </ac:spMkLst>
        </pc:spChg>
        <pc:spChg chg="del">
          <ac:chgData name="ARIN OH" userId="525b7015a3a70fe0" providerId="LiveId" clId="{E1AB201E-F221-44A8-A5AC-A73AA1BA4C3B}" dt="2026-08-06T15:47:49.639" v="81" actId="478"/>
          <ac:spMkLst>
            <pc:docMk/>
            <pc:sldMk cId="1072572856" sldId="3382"/>
            <ac:spMk id="8" creationId="{232CE8C1-724D-B234-E3A1-156ECD21BBEB}"/>
          </ac:spMkLst>
        </pc:spChg>
        <pc:spChg chg="del">
          <ac:chgData name="ARIN OH" userId="525b7015a3a70fe0" providerId="LiveId" clId="{E1AB201E-F221-44A8-A5AC-A73AA1BA4C3B}" dt="2026-08-06T15:47:48.730" v="79" actId="478"/>
          <ac:spMkLst>
            <pc:docMk/>
            <pc:sldMk cId="1072572856" sldId="3382"/>
            <ac:spMk id="14" creationId="{5C147864-1FD3-031C-0FAA-9CDDF66D3956}"/>
          </ac:spMkLst>
        </pc:spChg>
        <pc:picChg chg="del mod">
          <ac:chgData name="ARIN OH" userId="525b7015a3a70fe0" providerId="LiveId" clId="{E1AB201E-F221-44A8-A5AC-A73AA1BA4C3B}" dt="2026-08-06T15:47:47.990" v="78" actId="478"/>
          <ac:picMkLst>
            <pc:docMk/>
            <pc:sldMk cId="1072572856" sldId="3382"/>
            <ac:picMk id="5" creationId="{1FBBA924-553E-AA02-41F4-882C1766A6D9}"/>
          </ac:picMkLst>
        </pc:picChg>
        <pc:picChg chg="add mod ord">
          <ac:chgData name="ARIN OH" userId="525b7015a3a70fe0" providerId="LiveId" clId="{E1AB201E-F221-44A8-A5AC-A73AA1BA4C3B}" dt="2026-08-06T15:47:54.965" v="84" actId="1076"/>
          <ac:picMkLst>
            <pc:docMk/>
            <pc:sldMk cId="1072572856" sldId="3382"/>
            <ac:picMk id="9" creationId="{32ADA98A-1EB6-08B6-255A-F1396919A3C6}"/>
          </ac:picMkLst>
        </pc:picChg>
      </pc:sldChg>
      <pc:sldChg chg="addSp delSp modSp mod">
        <pc:chgData name="ARIN OH" userId="525b7015a3a70fe0" providerId="LiveId" clId="{E1AB201E-F221-44A8-A5AC-A73AA1BA4C3B}" dt="2026-08-06T15:48:58.604" v="106" actId="1076"/>
        <pc:sldMkLst>
          <pc:docMk/>
          <pc:sldMk cId="1719677058" sldId="3383"/>
        </pc:sldMkLst>
        <pc:spChg chg="del">
          <ac:chgData name="ARIN OH" userId="525b7015a3a70fe0" providerId="LiveId" clId="{E1AB201E-F221-44A8-A5AC-A73AA1BA4C3B}" dt="2026-08-06T15:48:54.540" v="103" actId="478"/>
          <ac:spMkLst>
            <pc:docMk/>
            <pc:sldMk cId="1719677058" sldId="3383"/>
            <ac:spMk id="4" creationId="{C2FF4768-749A-B8F7-5477-C7A5E0744240}"/>
          </ac:spMkLst>
        </pc:spChg>
        <pc:spChg chg="del">
          <ac:chgData name="ARIN OH" userId="525b7015a3a70fe0" providerId="LiveId" clId="{E1AB201E-F221-44A8-A5AC-A73AA1BA4C3B}" dt="2026-08-06T15:48:56.681" v="104" actId="478"/>
          <ac:spMkLst>
            <pc:docMk/>
            <pc:sldMk cId="1719677058" sldId="3383"/>
            <ac:spMk id="6" creationId="{94977CE3-06C6-9F00-C41B-769A65021A48}"/>
          </ac:spMkLst>
        </pc:spChg>
        <pc:picChg chg="del mod">
          <ac:chgData name="ARIN OH" userId="525b7015a3a70fe0" providerId="LiveId" clId="{E1AB201E-F221-44A8-A5AC-A73AA1BA4C3B}" dt="2026-08-06T15:48:53.803" v="102" actId="478"/>
          <ac:picMkLst>
            <pc:docMk/>
            <pc:sldMk cId="1719677058" sldId="3383"/>
            <ac:picMk id="5" creationId="{CF1D582B-BB33-0EAF-8A6A-24755BA2A2F1}"/>
          </ac:picMkLst>
        </pc:picChg>
        <pc:picChg chg="add mod ord">
          <ac:chgData name="ARIN OH" userId="525b7015a3a70fe0" providerId="LiveId" clId="{E1AB201E-F221-44A8-A5AC-A73AA1BA4C3B}" dt="2026-08-06T15:48:58.604" v="106" actId="1076"/>
          <ac:picMkLst>
            <pc:docMk/>
            <pc:sldMk cId="1719677058" sldId="3383"/>
            <ac:picMk id="10" creationId="{BF8C13BD-5447-3DB5-791C-2F8071247E67}"/>
          </ac:picMkLst>
        </pc:picChg>
      </pc:sldChg>
      <pc:sldChg chg="addSp delSp modSp mod">
        <pc:chgData name="ARIN OH" userId="525b7015a3a70fe0" providerId="LiveId" clId="{E1AB201E-F221-44A8-A5AC-A73AA1BA4C3B}" dt="2026-08-06T15:50:13.618" v="135" actId="1076"/>
        <pc:sldMkLst>
          <pc:docMk/>
          <pc:sldMk cId="3661439064" sldId="3385"/>
        </pc:sldMkLst>
        <pc:spChg chg="add del mod">
          <ac:chgData name="ARIN OH" userId="525b7015a3a70fe0" providerId="LiveId" clId="{E1AB201E-F221-44A8-A5AC-A73AA1BA4C3B}" dt="2026-08-06T15:50:12.040" v="132" actId="478"/>
          <ac:spMkLst>
            <pc:docMk/>
            <pc:sldMk cId="3661439064" sldId="3385"/>
            <ac:spMk id="12" creationId="{8E5618EE-25E6-68F0-9135-37043995843C}"/>
          </ac:spMkLst>
        </pc:spChg>
        <pc:spChg chg="del">
          <ac:chgData name="ARIN OH" userId="525b7015a3a70fe0" providerId="LiveId" clId="{E1AB201E-F221-44A8-A5AC-A73AA1BA4C3B}" dt="2026-08-06T15:49:53.120" v="122" actId="478"/>
          <ac:spMkLst>
            <pc:docMk/>
            <pc:sldMk cId="3661439064" sldId="3385"/>
            <ac:spMk id="13" creationId="{653D53CF-9D06-99C1-9403-DBBB0B2718FE}"/>
          </ac:spMkLst>
        </pc:spChg>
        <pc:picChg chg="add mod ord">
          <ac:chgData name="ARIN OH" userId="525b7015a3a70fe0" providerId="LiveId" clId="{E1AB201E-F221-44A8-A5AC-A73AA1BA4C3B}" dt="2026-08-06T15:50:13.618" v="135" actId="1076"/>
          <ac:picMkLst>
            <pc:docMk/>
            <pc:sldMk cId="3661439064" sldId="3385"/>
            <ac:picMk id="5" creationId="{48C7AD50-2417-1F84-7753-3A55FFDBEB45}"/>
          </ac:picMkLst>
        </pc:picChg>
        <pc:picChg chg="del mod">
          <ac:chgData name="ARIN OH" userId="525b7015a3a70fe0" providerId="LiveId" clId="{E1AB201E-F221-44A8-A5AC-A73AA1BA4C3B}" dt="2026-08-06T15:49:52.655" v="121" actId="478"/>
          <ac:picMkLst>
            <pc:docMk/>
            <pc:sldMk cId="3661439064" sldId="3385"/>
            <ac:picMk id="10" creationId="{F5BE358F-7B24-111F-BACB-4A4E8B90A8AC}"/>
          </ac:picMkLst>
        </pc:picChg>
      </pc:sldChg>
      <pc:sldChg chg="addSp delSp modSp mod">
        <pc:chgData name="ARIN OH" userId="525b7015a3a70fe0" providerId="LiveId" clId="{E1AB201E-F221-44A8-A5AC-A73AA1BA4C3B}" dt="2026-08-06T15:52:04.750" v="163" actId="478"/>
        <pc:sldMkLst>
          <pc:docMk/>
          <pc:sldMk cId="3762450805" sldId="3386"/>
        </pc:sldMkLst>
        <pc:spChg chg="add del mod">
          <ac:chgData name="ARIN OH" userId="525b7015a3a70fe0" providerId="LiveId" clId="{E1AB201E-F221-44A8-A5AC-A73AA1BA4C3B}" dt="2026-08-06T15:52:04.750" v="163" actId="478"/>
          <ac:spMkLst>
            <pc:docMk/>
            <pc:sldMk cId="3762450805" sldId="3386"/>
            <ac:spMk id="10" creationId="{FF164FA2-0591-BF8C-36AF-6D8A3A73140E}"/>
          </ac:spMkLst>
        </pc:spChg>
        <pc:picChg chg="del">
          <ac:chgData name="ARIN OH" userId="525b7015a3a70fe0" providerId="LiveId" clId="{E1AB201E-F221-44A8-A5AC-A73AA1BA4C3B}" dt="2026-08-06T15:52:04.012" v="162" actId="478"/>
          <ac:picMkLst>
            <pc:docMk/>
            <pc:sldMk cId="3762450805" sldId="3386"/>
            <ac:picMk id="8" creationId="{D331BAB0-7B21-3E27-DB46-8E3CA34BCF9B}"/>
          </ac:picMkLst>
        </pc:picChg>
        <pc:picChg chg="add mod ord">
          <ac:chgData name="ARIN OH" userId="525b7015a3a70fe0" providerId="LiveId" clId="{E1AB201E-F221-44A8-A5AC-A73AA1BA4C3B}" dt="2026-08-06T15:52:02.545" v="161" actId="167"/>
          <ac:picMkLst>
            <pc:docMk/>
            <pc:sldMk cId="3762450805" sldId="3386"/>
            <ac:picMk id="13" creationId="{8FA7A776-823F-0965-F3AE-C84210F681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029354" cy="435849"/>
          </a:xfrm>
          <a:prstGeom prst="rect">
            <a:avLst/>
          </a:prstGeom>
        </p:spPr>
        <p:txBody>
          <a:bodyPr vert="horz" lIns="76390" tIns="38196" rIns="76390" bIns="38196" rtlCol="0"/>
          <a:lstStyle>
            <a:lvl1pPr algn="l">
              <a:defRPr sz="10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652687" y="1"/>
            <a:ext cx="2029354" cy="435849"/>
          </a:xfrm>
          <a:prstGeom prst="rect">
            <a:avLst/>
          </a:prstGeom>
        </p:spPr>
        <p:txBody>
          <a:bodyPr vert="horz" lIns="76390" tIns="38196" rIns="76390" bIns="38196" rtlCol="0"/>
          <a:lstStyle>
            <a:lvl1pPr algn="r">
              <a:defRPr sz="1000"/>
            </a:lvl1pPr>
          </a:lstStyle>
          <a:p>
            <a:fld id="{48C9849B-7D15-49A4-AD4A-9226264B6BC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63525" y="1085850"/>
            <a:ext cx="521017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6390" tIns="38196" rIns="76390" bIns="3819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468313" y="4180523"/>
            <a:ext cx="3746500" cy="3420428"/>
          </a:xfrm>
          <a:prstGeom prst="rect">
            <a:avLst/>
          </a:prstGeom>
        </p:spPr>
        <p:txBody>
          <a:bodyPr vert="horz" lIns="76390" tIns="38196" rIns="76390" bIns="3819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250953"/>
            <a:ext cx="2029354" cy="435847"/>
          </a:xfrm>
          <a:prstGeom prst="rect">
            <a:avLst/>
          </a:prstGeom>
        </p:spPr>
        <p:txBody>
          <a:bodyPr vert="horz" lIns="76390" tIns="38196" rIns="76390" bIns="38196" rtlCol="0" anchor="b"/>
          <a:lstStyle>
            <a:lvl1pPr algn="l">
              <a:defRPr sz="10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652687" y="8250953"/>
            <a:ext cx="2029354" cy="435847"/>
          </a:xfrm>
          <a:prstGeom prst="rect">
            <a:avLst/>
          </a:prstGeom>
        </p:spPr>
        <p:txBody>
          <a:bodyPr vert="horz" lIns="76390" tIns="38196" rIns="76390" bIns="38196" rtlCol="0" anchor="b"/>
          <a:lstStyle>
            <a:lvl1pPr algn="r">
              <a:defRPr sz="1000"/>
            </a:lvl1pPr>
          </a:lstStyle>
          <a:p>
            <a:fld id="{FC4AE0EE-3B2D-4535-AC17-CFA131FB48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11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920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31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77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625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01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46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1531" y="253616"/>
            <a:ext cx="11473629" cy="545632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361531" y="968901"/>
            <a:ext cx="11473629" cy="5589345"/>
          </a:xfrm>
          <a:prstGeom prst="rect">
            <a:avLst/>
          </a:prstGeom>
        </p:spPr>
        <p:txBody>
          <a:bodyPr/>
          <a:lstStyle>
            <a:lvl1pPr marL="288000" indent="-288000">
              <a:spcBef>
                <a:spcPts val="800"/>
              </a:spcBef>
              <a:spcAft>
                <a:spcPts val="300"/>
              </a:spcAft>
              <a:tabLst>
                <a:tab pos="180000" algn="l"/>
              </a:tabLst>
              <a:defRPr sz="2400" baseline="0">
                <a:latin typeface="Calibri" panose="020F0502020204030204" pitchFamily="34" charset="0"/>
                <a:ea typeface="+mn-ea"/>
              </a:defRPr>
            </a:lvl1pPr>
            <a:lvl2pPr marL="452438" indent="-252000">
              <a:spcAft>
                <a:spcPts val="300"/>
              </a:spcAft>
              <a:buFont typeface="Calibri" panose="020F0502020204030204" pitchFamily="34" charset="0"/>
              <a:buChar char="‒"/>
              <a:defRPr sz="2000" baseline="0">
                <a:latin typeface="Calibri" panose="020F0502020204030204" pitchFamily="34" charset="0"/>
                <a:ea typeface="+mn-ea"/>
              </a:defRPr>
            </a:lvl2pPr>
            <a:lvl3pPr marL="722313" indent="-228600">
              <a:spcAft>
                <a:spcPts val="300"/>
              </a:spcAft>
              <a:buFont typeface="Calibri" panose="020F0502020204030204" pitchFamily="34" charset="0"/>
              <a:buChar char="∙"/>
              <a:tabLst/>
              <a:defRPr sz="1800" baseline="0">
                <a:latin typeface="Calibri" panose="020F0502020204030204" pitchFamily="34" charset="0"/>
                <a:ea typeface="+mn-ea"/>
              </a:defRPr>
            </a:lvl3pPr>
            <a:lvl4pPr marL="895350" indent="-228600">
              <a:spcAft>
                <a:spcPts val="300"/>
              </a:spcAft>
              <a:defRPr sz="1600" baseline="0">
                <a:latin typeface="Calibri" panose="020F0502020204030204" pitchFamily="34" charset="0"/>
                <a:ea typeface="+mn-ea"/>
              </a:defRPr>
            </a:lvl4pPr>
            <a:lvl5pPr marL="1165225" indent="-228600">
              <a:spcAft>
                <a:spcPts val="300"/>
              </a:spcAft>
              <a:buFont typeface="Arial" panose="020B0604020202020204" pitchFamily="34" charset="0"/>
              <a:buChar char="•"/>
              <a:defRPr sz="1600" baseline="0">
                <a:latin typeface="Calibri" panose="020F0502020204030204" pitchFamily="34" charset="0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0675434" y="6513642"/>
            <a:ext cx="1159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fld id="{08ED7E52-45CD-4D6A-8F35-7914FCEE222A}" type="slidenum"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2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602A068-409B-807C-1D4A-D74E465135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138685"/>
            <a:ext cx="1104052" cy="3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361531" y="216446"/>
            <a:ext cx="11473629" cy="341117"/>
          </a:xfrm>
          <a:prstGeom prst="rect">
            <a:avLst/>
          </a:prstGeom>
        </p:spPr>
        <p:txBody>
          <a:bodyPr anchor="ctr" anchorCtr="1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 smtClean="0"/>
              <a:t>제</a:t>
            </a:r>
            <a:r>
              <a:rPr lang="en-US" altLang="ko-KR" sz="2400" b="1" dirty="0" smtClean="0"/>
              <a:t>16</a:t>
            </a:r>
            <a:r>
              <a:rPr lang="ko-KR" altLang="en-US" sz="2400" b="1" dirty="0" smtClean="0"/>
              <a:t>회 </a:t>
            </a:r>
            <a:r>
              <a:rPr lang="en-US" altLang="ko-KR" sz="2400" b="1" dirty="0" smtClean="0"/>
              <a:t>PHM </a:t>
            </a:r>
            <a:r>
              <a:rPr lang="ko-KR" altLang="en-US" sz="2400" b="1" dirty="0" smtClean="0"/>
              <a:t>리더 양성을 </a:t>
            </a:r>
            <a:r>
              <a:rPr lang="ko-KR" altLang="en-US" sz="2400" b="1" dirty="0" smtClean="0"/>
              <a:t>위한 전문기술 강좌</a:t>
            </a:r>
            <a:endParaRPr lang="ko-KR" altLang="en-US" sz="2400" b="1" dirty="0"/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87796" y="2361195"/>
            <a:ext cx="12014902" cy="1147720"/>
          </a:xfrm>
          <a:prstGeom prst="rect">
            <a:avLst/>
          </a:prstGeom>
        </p:spPr>
        <p:txBody>
          <a:bodyPr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ko-KR" altLang="en-US" sz="5400" b="1" dirty="0" smtClean="0"/>
              <a:t>실습 </a:t>
            </a:r>
            <a:r>
              <a:rPr lang="en-US" altLang="ko-KR" sz="5400" b="1" dirty="0"/>
              <a:t>S/W </a:t>
            </a:r>
            <a:r>
              <a:rPr lang="ko-KR" altLang="en-US" sz="5400" b="1" dirty="0"/>
              <a:t>설치 </a:t>
            </a:r>
            <a:r>
              <a:rPr lang="ko-KR" altLang="en-US" sz="5400" b="1" dirty="0" smtClean="0"/>
              <a:t>가이드</a:t>
            </a:r>
            <a:endParaRPr lang="en-US" altLang="ko-KR" sz="5400" b="1" dirty="0" smtClean="0"/>
          </a:p>
          <a:p>
            <a:r>
              <a:rPr lang="en-US" altLang="ko-KR" sz="5400" b="1" dirty="0"/>
              <a:t>(Windows</a:t>
            </a:r>
            <a:r>
              <a:rPr lang="ko-KR" altLang="en-US" sz="5400" b="1" dirty="0"/>
              <a:t>용</a:t>
            </a:r>
            <a:r>
              <a:rPr lang="en-US" altLang="ko-KR" sz="5400" b="1" dirty="0"/>
              <a:t>)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61531" y="4788444"/>
            <a:ext cx="11473629" cy="1147720"/>
          </a:xfrm>
          <a:prstGeom prst="rect">
            <a:avLst/>
          </a:prstGeom>
        </p:spPr>
        <p:txBody>
          <a:bodyPr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ko-KR" altLang="en-US" sz="2400" b="1">
                <a:solidFill>
                  <a:srgbClr val="505B55"/>
                </a:solidFill>
              </a:rPr>
              <a:t>광주과학기술원 기계로봇공학과</a:t>
            </a:r>
          </a:p>
          <a:p>
            <a:r>
              <a:rPr lang="ko-KR" altLang="en-US" sz="2400" b="1"/>
              <a:t>오현석 교수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60801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CE190-5C73-BB76-A048-132281D5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31" y="218979"/>
            <a:ext cx="11473629" cy="545632"/>
          </a:xfrm>
        </p:spPr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/>
              <a:t>설치 과정 개괄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A9DE39-1A11-F2F6-D1B1-5854B4503C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1531" y="968901"/>
            <a:ext cx="11473629" cy="1469499"/>
          </a:xfrm>
        </p:spPr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  <a:r>
              <a:rPr lang="en-US" altLang="ko-KR" dirty="0"/>
              <a:t>(5~10 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실습 전용 폴더 생성</a:t>
            </a:r>
            <a:r>
              <a:rPr lang="en-US" altLang="ko-KR" dirty="0"/>
              <a:t>(1</a:t>
            </a:r>
            <a:r>
              <a:rPr lang="ko-KR" altLang="en-US" dirty="0"/>
              <a:t>분 내외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 설치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15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1582925" y="2721028"/>
            <a:ext cx="29145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총 </a:t>
            </a:r>
            <a:r>
              <a:rPr lang="en-US" altLang="ko-KR" sz="2800" dirty="0"/>
              <a:t>20~25</a:t>
            </a:r>
            <a:r>
              <a:rPr lang="ko-KR" altLang="en-US" sz="2800" dirty="0"/>
              <a:t>분 소요</a:t>
            </a:r>
            <a:endParaRPr lang="en-US" altLang="ko-KR" sz="2800" dirty="0"/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665018" y="2527639"/>
            <a:ext cx="500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0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366189"/>
            <a:ext cx="11473629" cy="2125621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ko-KR" sz="5400" b="1" dirty="0">
                <a:cs typeface="Calibri" panose="020F0502020204030204" pitchFamily="34" charset="0"/>
              </a:rPr>
              <a:t>Claude Desktop </a:t>
            </a:r>
            <a:r>
              <a:rPr lang="ko-KR" altLang="en-US" sz="5400" b="1" dirty="0">
                <a:cs typeface="Calibri" panose="020F0502020204030204" pitchFamily="34" charset="0"/>
              </a:rPr>
              <a:t>앱 설치</a:t>
            </a:r>
          </a:p>
        </p:txBody>
      </p:sp>
    </p:spTree>
    <p:extLst>
      <p:ext uri="{BB962C8B-B14F-4D97-AF65-F5344CB8AC3E}">
        <p14:creationId xmlns:p14="http://schemas.microsoft.com/office/powerpoint/2010/main" val="334915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CE190-5C73-BB76-A048-132281D5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</a:t>
            </a:r>
            <a:r>
              <a:rPr lang="ko-KR" altLang="en-US" dirty="0"/>
              <a:t> 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A9DE39-1A11-F2F6-D1B1-5854B4503C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채팅</a:t>
            </a:r>
            <a:r>
              <a:rPr lang="en-US" altLang="ko-KR" dirty="0"/>
              <a:t>, </a:t>
            </a:r>
            <a:r>
              <a:rPr lang="ko-KR" altLang="en-US" dirty="0"/>
              <a:t>에이전트</a:t>
            </a:r>
            <a:r>
              <a:rPr lang="en-US" altLang="ko-KR" dirty="0"/>
              <a:t>, </a:t>
            </a:r>
            <a:r>
              <a:rPr lang="ko-KR" altLang="en-US" dirty="0"/>
              <a:t>코딩을 하나의 앱에서 제공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Claude code </a:t>
            </a:r>
            <a:r>
              <a:rPr lang="ko-KR" altLang="en-US" dirty="0"/>
              <a:t>사용을 위해서는 </a:t>
            </a:r>
            <a:r>
              <a:rPr lang="en-US" altLang="ko-KR" dirty="0">
                <a:solidFill>
                  <a:srgbClr val="FF0000"/>
                </a:solidFill>
              </a:rPr>
              <a:t>Claude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Pro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(USD </a:t>
            </a:r>
            <a:r>
              <a:rPr lang="en-US" altLang="ko-KR" dirty="0" smtClean="0">
                <a:solidFill>
                  <a:srgbClr val="FF0000"/>
                </a:solidFill>
              </a:rPr>
              <a:t>22/</a:t>
            </a:r>
            <a:r>
              <a:rPr lang="ko-KR" altLang="en-US" dirty="0">
                <a:solidFill>
                  <a:srgbClr val="FF0000"/>
                </a:solidFill>
              </a:rPr>
              <a:t>월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이상</a:t>
            </a:r>
            <a:r>
              <a:rPr lang="ko-KR" altLang="en-US" dirty="0"/>
              <a:t>의 구독이 </a:t>
            </a:r>
            <a:r>
              <a:rPr lang="ko-KR" altLang="en-US" dirty="0">
                <a:solidFill>
                  <a:srgbClr val="FF0000"/>
                </a:solidFill>
              </a:rPr>
              <a:t>반드시</a:t>
            </a:r>
            <a:r>
              <a:rPr lang="ko-KR" altLang="en-US" dirty="0"/>
              <a:t> 요구됨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무료 구독자는 본 강습회 실습 직접 진행 불가</a:t>
            </a:r>
            <a:r>
              <a:rPr lang="en-US" altLang="ko-KR" dirty="0"/>
              <a:t>. </a:t>
            </a:r>
            <a:r>
              <a:rPr lang="ko-KR" altLang="en-US" dirty="0"/>
              <a:t>강사가 수업 중 진행하는 데모는 참관 가능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본 설치 가이드는 윈도우를 기준 작성됨</a:t>
            </a:r>
            <a:r>
              <a:rPr lang="en-US" altLang="ko-KR" dirty="0"/>
              <a:t>. </a:t>
            </a:r>
            <a:r>
              <a:rPr lang="ko-KR" altLang="en-US" dirty="0"/>
              <a:t>맥 사용자는 별도 문의 요망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시스템 요구사항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B43CCA8-1AE5-17E2-0F76-B2209C93C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199767"/>
              </p:ext>
            </p:extLst>
          </p:nvPr>
        </p:nvGraphicFramePr>
        <p:xfrm>
          <a:off x="748145" y="3082633"/>
          <a:ext cx="10861964" cy="3177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619">
                  <a:extLst>
                    <a:ext uri="{9D8B030D-6E8A-4147-A177-3AD203B41FA5}">
                      <a16:colId xmlns:a16="http://schemas.microsoft.com/office/drawing/2014/main" val="3533761653"/>
                    </a:ext>
                  </a:extLst>
                </a:gridCol>
                <a:gridCol w="8916345">
                  <a:extLst>
                    <a:ext uri="{9D8B030D-6E8A-4147-A177-3AD203B41FA5}">
                      <a16:colId xmlns:a16="http://schemas.microsoft.com/office/drawing/2014/main" val="1913187829"/>
                    </a:ext>
                  </a:extLst>
                </a:gridCol>
              </a:tblGrid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요구사항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211833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운영체제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Windows 10 (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버전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1809)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이상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— x64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및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ARM64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753830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하드웨어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RAM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최소 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4GB (8GB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이상 권장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), GPU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불필요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531828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네트워크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인터넷 연결 필수 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모델은 클라우드에서 실행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ko-KR" alt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757183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계정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플랜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Claude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ode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는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Pro, Max, Team,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nterprise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필수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955100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권장 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Git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for Windows (Bash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도구 제공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버전 관리에 유용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8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54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</a:t>
            </a:r>
            <a:r>
              <a:rPr lang="ko-KR" altLang="en-US" dirty="0"/>
              <a:t> 앱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구글 검색 창에서 </a:t>
            </a:r>
            <a:r>
              <a:rPr lang="en-US" altLang="ko-KR" dirty="0"/>
              <a:t>“claude.ai” </a:t>
            </a:r>
            <a:r>
              <a:rPr lang="ko-KR" altLang="en-US" dirty="0"/>
              <a:t>입력하여 로그인 진행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스크린샷, 폰트, 로고이(가) 표시된 사진">
            <a:extLst>
              <a:ext uri="{FF2B5EF4-FFF2-40B4-BE49-F238E27FC236}">
                <a16:creationId xmlns:a16="http://schemas.microsoft.com/office/drawing/2014/main" id="{5003F67C-4343-2F3A-AD49-0CA76715B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811" y="2056035"/>
            <a:ext cx="7172377" cy="249556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DC4AF0-5D24-21AA-3B7A-2EFC78A8D550}"/>
              </a:ext>
            </a:extLst>
          </p:cNvPr>
          <p:cNvSpPr/>
          <p:nvPr/>
        </p:nvSpPr>
        <p:spPr>
          <a:xfrm>
            <a:off x="2659436" y="4182568"/>
            <a:ext cx="2369764" cy="287498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CA27E-D874-654B-3EBC-DFD38D1B8F2D}"/>
              </a:ext>
            </a:extLst>
          </p:cNvPr>
          <p:cNvSpPr txBox="1"/>
          <p:nvPr/>
        </p:nvSpPr>
        <p:spPr>
          <a:xfrm>
            <a:off x="2170034" y="4071588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i="0" dirty="0">
                <a:solidFill>
                  <a:srgbClr val="C00000"/>
                </a:solidFill>
                <a:effectLst/>
                <a:latin typeface="se-nanumbarungothic"/>
              </a:rPr>
              <a:t>①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16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Claude Pro</a:t>
            </a:r>
            <a:r>
              <a:rPr lang="ko-KR" altLang="en-US" dirty="0"/>
              <a:t>가 결제된 본인 </a:t>
            </a:r>
            <a:r>
              <a:rPr lang="en-US" altLang="ko-KR" dirty="0"/>
              <a:t>Claude </a:t>
            </a:r>
            <a:r>
              <a:rPr lang="ko-KR" altLang="en-US" dirty="0"/>
              <a:t>계정으로 로그인</a:t>
            </a:r>
            <a:r>
              <a:rPr lang="en-US" altLang="ko-KR" dirty="0"/>
              <a:t>.</a:t>
            </a:r>
          </a:p>
        </p:txBody>
      </p:sp>
      <p:pic>
        <p:nvPicPr>
          <p:cNvPr id="8" name="그림 7" descr="텍스트, 스크린샷, 폰트, 소프트웨어이(가) 표시된 사진">
            <a:extLst>
              <a:ext uri="{FF2B5EF4-FFF2-40B4-BE49-F238E27FC236}">
                <a16:creationId xmlns:a16="http://schemas.microsoft.com/office/drawing/2014/main" id="{10DB706E-5292-F6B0-9916-E1D61B41A4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796" y="1823819"/>
            <a:ext cx="8700407" cy="445320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4F8FAAE-67A2-8A2D-9581-DDEF39F9B7F8}"/>
              </a:ext>
            </a:extLst>
          </p:cNvPr>
          <p:cNvSpPr/>
          <p:nvPr/>
        </p:nvSpPr>
        <p:spPr>
          <a:xfrm>
            <a:off x="2877150" y="4680101"/>
            <a:ext cx="2386094" cy="230833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B4FD4-4812-8E8A-5C0C-64DB65ED165B}"/>
              </a:ext>
            </a:extLst>
          </p:cNvPr>
          <p:cNvSpPr txBox="1"/>
          <p:nvPr/>
        </p:nvSpPr>
        <p:spPr>
          <a:xfrm>
            <a:off x="2397980" y="4542912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8126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3F18D1E-CF69-3967-8F9D-45A527F9FF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465" y="1821056"/>
            <a:ext cx="8700739" cy="441410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왼쪽 메뉴에서 상단 버튼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38D2EB-32FD-951A-AA7A-360D4755D959}"/>
              </a:ext>
            </a:extLst>
          </p:cNvPr>
          <p:cNvSpPr/>
          <p:nvPr/>
        </p:nvSpPr>
        <p:spPr>
          <a:xfrm>
            <a:off x="1745796" y="1821056"/>
            <a:ext cx="300718" cy="269001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CA7E1-DB91-BE4C-3AEF-5F4582E3C43F}"/>
              </a:ext>
            </a:extLst>
          </p:cNvPr>
          <p:cNvSpPr txBox="1"/>
          <p:nvPr/>
        </p:nvSpPr>
        <p:spPr>
          <a:xfrm>
            <a:off x="1266626" y="1689504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97602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74C8DB8-DBFC-6D0B-B5E8-EEF517338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02" y="1821056"/>
            <a:ext cx="8700739" cy="441687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제품 창에서 </a:t>
            </a:r>
            <a:r>
              <a:rPr lang="en-US" altLang="ko-KR" dirty="0"/>
              <a:t>“&lt;/&gt; </a:t>
            </a:r>
            <a:r>
              <a:rPr lang="ko-KR" altLang="en-US" dirty="0"/>
              <a:t>코드</a:t>
            </a:r>
            <a:r>
              <a:rPr lang="en-US" altLang="ko-KR" dirty="0"/>
              <a:t>” </a:t>
            </a:r>
            <a:r>
              <a:rPr lang="ko-KR" altLang="en-US" dirty="0"/>
              <a:t>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4C7C044-9F1B-CDA5-EC3F-7C2A57A294E9}"/>
              </a:ext>
            </a:extLst>
          </p:cNvPr>
          <p:cNvSpPr/>
          <p:nvPr/>
        </p:nvSpPr>
        <p:spPr>
          <a:xfrm>
            <a:off x="1789140" y="3390900"/>
            <a:ext cx="1601760" cy="244929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1B5DC-5E63-598A-CC9E-A1AFDBCC002C}"/>
              </a:ext>
            </a:extLst>
          </p:cNvPr>
          <p:cNvSpPr txBox="1"/>
          <p:nvPr/>
        </p:nvSpPr>
        <p:spPr>
          <a:xfrm>
            <a:off x="1309970" y="3260759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302813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“Window</a:t>
            </a:r>
            <a:r>
              <a:rPr lang="ko-KR" altLang="en-US" dirty="0"/>
              <a:t>용 다운로드</a:t>
            </a:r>
            <a:r>
              <a:rPr lang="en-US" altLang="ko-KR" dirty="0"/>
              <a:t>” </a:t>
            </a:r>
            <a:r>
              <a:rPr lang="ko-KR" altLang="en-US"/>
              <a:t>클릭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“Claude Setup.exe” </a:t>
            </a:r>
            <a:r>
              <a:rPr lang="ko-KR" altLang="en-US"/>
              <a:t>클릭해서 다운로드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5" name="그림 4" descr="텍스트, 스크린샷, 폰트, 도표이(가) 표시된 사진">
            <a:extLst>
              <a:ext uri="{FF2B5EF4-FFF2-40B4-BE49-F238E27FC236}">
                <a16:creationId xmlns:a16="http://schemas.microsoft.com/office/drawing/2014/main" id="{0DFFF570-5FFE-8FCA-DB77-745312C9C3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796" y="1821056"/>
            <a:ext cx="8700407" cy="44166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B2EF48-8200-FB1A-B6FA-9F047A34E82C}"/>
              </a:ext>
            </a:extLst>
          </p:cNvPr>
          <p:cNvSpPr/>
          <p:nvPr/>
        </p:nvSpPr>
        <p:spPr>
          <a:xfrm>
            <a:off x="4433653" y="4249361"/>
            <a:ext cx="1161604" cy="22614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8B6BA-0143-E50E-AD08-6AB05C6563C8}"/>
              </a:ext>
            </a:extLst>
          </p:cNvPr>
          <p:cNvSpPr txBox="1"/>
          <p:nvPr/>
        </p:nvSpPr>
        <p:spPr>
          <a:xfrm>
            <a:off x="3954483" y="4109828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45233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설치 진행</a:t>
            </a:r>
            <a:r>
              <a:rPr lang="en-US" altLang="ko-KR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pic>
        <p:nvPicPr>
          <p:cNvPr id="6" name="그림 5" descr="텍스트, 스크린샷, 폰트, 로고이(가) 표시된 사진">
            <a:extLst>
              <a:ext uri="{FF2B5EF4-FFF2-40B4-BE49-F238E27FC236}">
                <a16:creationId xmlns:a16="http://schemas.microsoft.com/office/drawing/2014/main" id="{2801F4EA-1B6A-08D1-16EC-9BE506051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96" y="2220686"/>
            <a:ext cx="3513085" cy="3109080"/>
          </a:xfrm>
          <a:prstGeom prst="rect">
            <a:avLst/>
          </a:prstGeom>
        </p:spPr>
      </p:pic>
      <p:pic>
        <p:nvPicPr>
          <p:cNvPr id="8" name="그림 7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8AB454E-0AAE-3411-6DA6-0AF4ABF10D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10" y="2077635"/>
            <a:ext cx="3360579" cy="3371875"/>
          </a:xfrm>
          <a:prstGeom prst="rect">
            <a:avLst/>
          </a:prstGeom>
        </p:spPr>
      </p:pic>
      <p:pic>
        <p:nvPicPr>
          <p:cNvPr id="10" name="그림 9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78EE98B-77EA-1AD4-AA1B-AF3755FF6D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018" y="2077635"/>
            <a:ext cx="3360580" cy="3366218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3D7DB-2701-7655-9750-B907B33D094A}"/>
              </a:ext>
            </a:extLst>
          </p:cNvPr>
          <p:cNvSpPr/>
          <p:nvPr/>
        </p:nvSpPr>
        <p:spPr>
          <a:xfrm>
            <a:off x="4861403" y="4960898"/>
            <a:ext cx="2469197" cy="215259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C5A07-1361-5ABF-82BF-F9542AD0C206}"/>
              </a:ext>
            </a:extLst>
          </p:cNvPr>
          <p:cNvSpPr txBox="1"/>
          <p:nvPr/>
        </p:nvSpPr>
        <p:spPr>
          <a:xfrm>
            <a:off x="4382232" y="4803055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8B4D102-CD33-15C2-6BE4-2670E00D47C3}"/>
              </a:ext>
            </a:extLst>
          </p:cNvPr>
          <p:cNvSpPr/>
          <p:nvPr/>
        </p:nvSpPr>
        <p:spPr>
          <a:xfrm>
            <a:off x="8867347" y="3992069"/>
            <a:ext cx="1773440" cy="220702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FED9B-171D-4316-2A7E-CB9E0C02C5A2}"/>
              </a:ext>
            </a:extLst>
          </p:cNvPr>
          <p:cNvSpPr txBox="1"/>
          <p:nvPr/>
        </p:nvSpPr>
        <p:spPr>
          <a:xfrm>
            <a:off x="8388175" y="3845112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⑦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C80DA67A-5846-30EB-A10D-A4BDBB9D31EB}"/>
              </a:ext>
            </a:extLst>
          </p:cNvPr>
          <p:cNvSpPr/>
          <p:nvPr/>
        </p:nvSpPr>
        <p:spPr>
          <a:xfrm>
            <a:off x="4038600" y="3494314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538CC9A-CF76-6BB3-87FD-F3135D0C0856}"/>
              </a:ext>
            </a:extLst>
          </p:cNvPr>
          <p:cNvSpPr/>
          <p:nvPr/>
        </p:nvSpPr>
        <p:spPr>
          <a:xfrm>
            <a:off x="7706889" y="3553915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64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D90981C-5D23-C279-1286-17CF893922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93" y="1826718"/>
            <a:ext cx="6838670" cy="455541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설치 </a:t>
            </a:r>
            <a:r>
              <a:rPr lang="ko-KR" altLang="en-US"/>
              <a:t>완료 화면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</p:spTree>
    <p:extLst>
      <p:ext uri="{BB962C8B-B14F-4D97-AF65-F5344CB8AC3E}">
        <p14:creationId xmlns:p14="http://schemas.microsoft.com/office/powerpoint/2010/main" val="3566335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366189"/>
            <a:ext cx="11473629" cy="2125621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ko-KR" altLang="en-US" sz="5400" b="1" dirty="0">
                <a:cs typeface="Calibri" panose="020F0502020204030204" pitchFamily="34" charset="0"/>
              </a:rPr>
              <a:t>실습 전용 폴더 생성</a:t>
            </a:r>
          </a:p>
        </p:txBody>
      </p:sp>
    </p:spTree>
    <p:extLst>
      <p:ext uri="{BB962C8B-B14F-4D97-AF65-F5344CB8AC3E}">
        <p14:creationId xmlns:p14="http://schemas.microsoft.com/office/powerpoint/2010/main" val="385039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C7AD50-2417-1F84-7753-3A55FFDBEB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088" y="1836273"/>
            <a:ext cx="8323892" cy="4522168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윈도우 탐색기에서 다음과 같이</a:t>
            </a:r>
            <a:r>
              <a:rPr lang="en-US" altLang="ko-KR" dirty="0"/>
              <a:t> “C:\Claude-project” </a:t>
            </a:r>
            <a:r>
              <a:rPr lang="ko-KR" altLang="en-US" dirty="0"/>
              <a:t>폴더 새로 생성</a:t>
            </a:r>
            <a:r>
              <a:rPr lang="en-US" altLang="ko-KR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폴더 생성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8F2A1B-B07C-BFBE-FCFC-457BA0F9B6C0}"/>
              </a:ext>
            </a:extLst>
          </p:cNvPr>
          <p:cNvSpPr/>
          <p:nvPr/>
        </p:nvSpPr>
        <p:spPr>
          <a:xfrm>
            <a:off x="4015703" y="3339118"/>
            <a:ext cx="1329182" cy="26767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43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366189"/>
            <a:ext cx="11473629" cy="2125621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ko-KR" sz="5400" b="1" dirty="0">
                <a:cs typeface="Calibri" panose="020F0502020204030204" pitchFamily="34" charset="0"/>
              </a:rPr>
              <a:t>Git, </a:t>
            </a:r>
            <a:r>
              <a:rPr lang="en-US" altLang="ko-KR" sz="5400" b="1" dirty="0" err="1">
                <a:cs typeface="Calibri" panose="020F0502020204030204" pitchFamily="34" charset="0"/>
              </a:rPr>
              <a:t>FreeCAD</a:t>
            </a:r>
            <a:r>
              <a:rPr lang="en-US" altLang="ko-KR" sz="5400" b="1" dirty="0">
                <a:cs typeface="Calibri" panose="020F0502020204030204" pitchFamily="34" charset="0"/>
              </a:rPr>
              <a:t>, Python, </a:t>
            </a:r>
            <a:r>
              <a:rPr lang="en-US" altLang="ko-KR" sz="5400" b="1" dirty="0" err="1">
                <a:cs typeface="Calibri" panose="020F0502020204030204" pitchFamily="34" charset="0"/>
              </a:rPr>
              <a:t>Matplotlip</a:t>
            </a:r>
            <a:r>
              <a:rPr lang="en-US" altLang="ko-KR" sz="5400" b="1" dirty="0">
                <a:cs typeface="Calibri" panose="020F0502020204030204" pitchFamily="34" charset="0"/>
              </a:rPr>
              <a:t>, </a:t>
            </a:r>
            <a:r>
              <a:rPr lang="en-US" altLang="ko-KR" sz="5400" b="1" dirty="0" err="1">
                <a:cs typeface="Calibri" panose="020F0502020204030204" pitchFamily="34" charset="0"/>
              </a:rPr>
              <a:t>Numpy</a:t>
            </a:r>
            <a:r>
              <a:rPr lang="en-US" altLang="ko-KR" sz="5400" b="1" dirty="0">
                <a:cs typeface="Calibri" panose="020F0502020204030204" pitchFamily="34" charset="0"/>
              </a:rPr>
              <a:t> </a:t>
            </a:r>
            <a:r>
              <a:rPr lang="ko-KR" altLang="en-US" sz="5400" b="1" dirty="0">
                <a:cs typeface="Calibri" panose="020F0502020204030204" pitchFamily="34" charset="0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281644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D98B89C-83FC-FA6D-B0D4-BCCAE1FE32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318" y="2107823"/>
            <a:ext cx="5209360" cy="32724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C999405-462B-DF44-D71D-E9EDF49B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CMD </a:t>
            </a:r>
            <a:r>
              <a:rPr lang="ko-KR" altLang="en-US" dirty="0"/>
              <a:t>창</a:t>
            </a:r>
            <a:r>
              <a:rPr lang="en-US" altLang="ko-KR" dirty="0"/>
              <a:t> </a:t>
            </a:r>
            <a:r>
              <a:rPr lang="ko-KR" altLang="en-US" dirty="0"/>
              <a:t>열기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DA238A-0DA4-2F72-2ABC-E89AFDB2AB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9184" y="968901"/>
            <a:ext cx="11473629" cy="5589345"/>
          </a:xfrm>
        </p:spPr>
        <p:txBody>
          <a:bodyPr/>
          <a:lstStyle/>
          <a:p>
            <a:r>
              <a:rPr lang="ko-KR" altLang="en-US" dirty="0"/>
              <a:t>작업 표시줄 검색 창에 </a:t>
            </a:r>
            <a:r>
              <a:rPr lang="en-US" altLang="ko-KR" dirty="0"/>
              <a:t>“</a:t>
            </a:r>
            <a:r>
              <a:rPr lang="en-US" altLang="ko-KR" dirty="0" err="1"/>
              <a:t>cmd</a:t>
            </a:r>
            <a:r>
              <a:rPr lang="en-US" altLang="ko-KR" dirty="0"/>
              <a:t>” </a:t>
            </a:r>
            <a:r>
              <a:rPr lang="ko-KR" altLang="en-US" dirty="0"/>
              <a:t>검색 후 실행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664912-3B12-1F59-4541-F8438ECBE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264"/>
          <a:stretch/>
        </p:blipFill>
        <p:spPr>
          <a:xfrm>
            <a:off x="2375094" y="5465125"/>
            <a:ext cx="7441811" cy="716214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0227BAB-4E82-5BC8-4A02-AF02629B7C10}"/>
              </a:ext>
            </a:extLst>
          </p:cNvPr>
          <p:cNvSpPr/>
          <p:nvPr/>
        </p:nvSpPr>
        <p:spPr>
          <a:xfrm>
            <a:off x="3744682" y="5689394"/>
            <a:ext cx="597781" cy="26767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B301E-6C27-CCA3-0AAE-B54F2ABCFD95}"/>
              </a:ext>
            </a:extLst>
          </p:cNvPr>
          <p:cNvSpPr txBox="1"/>
          <p:nvPr/>
        </p:nvSpPr>
        <p:spPr>
          <a:xfrm>
            <a:off x="3645048" y="5197142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i="0" dirty="0">
                <a:solidFill>
                  <a:srgbClr val="C00000"/>
                </a:solidFill>
                <a:effectLst/>
                <a:latin typeface="se-nanumbarungothic"/>
              </a:rPr>
              <a:t>①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4C97E1-07A4-482A-44D1-984F6568A1B1}"/>
              </a:ext>
            </a:extLst>
          </p:cNvPr>
          <p:cNvSpPr/>
          <p:nvPr/>
        </p:nvSpPr>
        <p:spPr>
          <a:xfrm>
            <a:off x="6370416" y="4141751"/>
            <a:ext cx="542014" cy="22391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71E8A-0FC0-88F1-F6A7-E201FA2B139E}"/>
              </a:ext>
            </a:extLst>
          </p:cNvPr>
          <p:cNvSpPr txBox="1"/>
          <p:nvPr/>
        </p:nvSpPr>
        <p:spPr>
          <a:xfrm>
            <a:off x="5891245" y="4004561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603704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52C53F3-9985-F7D3-31B1-C6BA725486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4" y="3681589"/>
            <a:ext cx="10792796" cy="20089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E68FAE-11D3-3E0C-BF81-227BA15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시작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28B4C-1551-138A-12BB-B5B1FABD4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CMD </a:t>
            </a:r>
            <a:r>
              <a:rPr lang="ko-KR" altLang="en-US" dirty="0"/>
              <a:t>창에 아래의 한 줄 명령어 복사해서 붙여 넣고 실행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다운로드 중간에 나오는 팝업 창은 모두 </a:t>
            </a:r>
            <a:r>
              <a:rPr lang="en-US" altLang="ko-KR" dirty="0"/>
              <a:t>“</a:t>
            </a:r>
            <a:r>
              <a:rPr lang="ko-KR" altLang="en-US" dirty="0"/>
              <a:t>예</a:t>
            </a:r>
            <a:r>
              <a:rPr lang="en-US" altLang="ko-KR" dirty="0"/>
              <a:t>” </a:t>
            </a:r>
            <a:r>
              <a:rPr lang="ko-KR" altLang="en-US" dirty="0"/>
              <a:t>클릭 </a:t>
            </a:r>
            <a:r>
              <a:rPr lang="en-US" altLang="ko-KR" dirty="0"/>
              <a:t>(</a:t>
            </a:r>
            <a:r>
              <a:rPr lang="ko-KR" altLang="en-US" dirty="0"/>
              <a:t>반드시 클릭해야 함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명령어를 입력한 </a:t>
            </a:r>
            <a:r>
              <a:rPr lang="en-US" altLang="ko-KR" dirty="0"/>
              <a:t>CMD </a:t>
            </a:r>
            <a:r>
              <a:rPr lang="ko-KR" altLang="en-US" dirty="0"/>
              <a:t>창 모습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E7B4333-1BA9-C5C0-2DB5-0E38DB522FCE}"/>
              </a:ext>
            </a:extLst>
          </p:cNvPr>
          <p:cNvSpPr/>
          <p:nvPr/>
        </p:nvSpPr>
        <p:spPr>
          <a:xfrm>
            <a:off x="636815" y="1828797"/>
            <a:ext cx="10793185" cy="1205348"/>
          </a:xfrm>
          <a:prstGeom prst="roundRect">
            <a:avLst>
              <a:gd name="adj" fmla="val 5038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winget source update &amp;&amp; winget install -e --id Git.Git --source winget --scope user &amp;&amp; winget install -e --id FreeCAD.FreeCAD --source winget --scope user &amp;&amp; winget install -e --id Python.Python.3.11 --source winget --scope user &amp;&amp; py -3.11 -m pip install --upgrade pip &amp;&amp; py -3.11 -m pip install numpy matplotlib</a:t>
            </a:r>
            <a:endParaRPr lang="en-US" altLang="ko-KR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560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FA7A776-823F-0965-F3AE-C84210F681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4" y="3667549"/>
            <a:ext cx="10792796" cy="27404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E68FAE-11D3-3E0C-BF81-227BA15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완료 확인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28B4C-1551-138A-12BB-B5B1FABD4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CMD </a:t>
            </a:r>
            <a:r>
              <a:rPr lang="ko-KR" altLang="en-US" dirty="0"/>
              <a:t>창을 종료하고 다시 켜서 아래의 한 줄 명령어 복사해서 붙여 넣고 실행</a:t>
            </a:r>
            <a:endParaRPr lang="en-US" altLang="ko-KR" dirty="0"/>
          </a:p>
          <a:p>
            <a:pPr lvl="1"/>
            <a:r>
              <a:rPr lang="ko-KR" altLang="en-US" dirty="0"/>
              <a:t>설치한 프로그램의 버전을 확인하는 명령어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00438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명령어를 입력했을 때</a:t>
            </a:r>
            <a:r>
              <a:rPr lang="en-US" altLang="ko-KR" dirty="0"/>
              <a:t>, </a:t>
            </a:r>
            <a:r>
              <a:rPr lang="ko-KR" altLang="en-US" dirty="0"/>
              <a:t>아래와 같이 해당 </a:t>
            </a:r>
            <a:r>
              <a:rPr lang="en-US" altLang="ko-KR" dirty="0"/>
              <a:t>S/</a:t>
            </a:r>
            <a:r>
              <a:rPr lang="en-US" altLang="ko-KR"/>
              <a:t>W </a:t>
            </a:r>
            <a:r>
              <a:rPr lang="ko-KR" altLang="en-US"/>
              <a:t>버전이 </a:t>
            </a:r>
            <a:r>
              <a:rPr lang="ko-KR" altLang="en-US" dirty="0"/>
              <a:t>출력 되면 설치 완료</a:t>
            </a:r>
            <a:r>
              <a:rPr lang="en-US" altLang="ko-KR" dirty="0"/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9A3FBB3-DBF8-4B88-FF9B-5BE305F2C72E}"/>
              </a:ext>
            </a:extLst>
          </p:cNvPr>
          <p:cNvSpPr/>
          <p:nvPr/>
        </p:nvSpPr>
        <p:spPr>
          <a:xfrm>
            <a:off x="636815" y="1839683"/>
            <a:ext cx="10793185" cy="1084136"/>
          </a:xfrm>
          <a:prstGeom prst="roundRect">
            <a:avLst>
              <a:gd name="adj" fmla="val 5265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--version &amp; winget list -e --id FreeCAD.FreeCAD &amp; py -3.11 --version &amp; py -3.11 -c "import numpy; print('NumPy version:', numpy.__version__)" &amp; py -3.11 -c "import matplotlib; print('Matplotlib version:', matplotlib.__version__)"</a:t>
            </a:r>
            <a:endParaRPr lang="en-US" altLang="ko-KR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사각형: 둥근 모서리 6">
            <a:extLst>
              <a:ext uri="{FF2B5EF4-FFF2-40B4-BE49-F238E27FC236}">
                <a16:creationId xmlns:a16="http://schemas.microsoft.com/office/drawing/2014/main" id="{0AB2EF48-8200-FB1A-B6FA-9F047A34E82C}"/>
              </a:ext>
            </a:extLst>
          </p:cNvPr>
          <p:cNvSpPr/>
          <p:nvPr/>
        </p:nvSpPr>
        <p:spPr>
          <a:xfrm>
            <a:off x="642459" y="5131598"/>
            <a:ext cx="2541612" cy="18002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B2EF48-8200-FB1A-B6FA-9F047A34E82C}"/>
              </a:ext>
            </a:extLst>
          </p:cNvPr>
          <p:cNvSpPr/>
          <p:nvPr/>
        </p:nvSpPr>
        <p:spPr>
          <a:xfrm>
            <a:off x="639984" y="5633796"/>
            <a:ext cx="1183373" cy="18002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0AB2EF48-8200-FB1A-B6FA-9F047A34E82C}"/>
              </a:ext>
            </a:extLst>
          </p:cNvPr>
          <p:cNvSpPr/>
          <p:nvPr/>
        </p:nvSpPr>
        <p:spPr>
          <a:xfrm>
            <a:off x="639985" y="5817863"/>
            <a:ext cx="1183372" cy="174172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4356E394-2036-F7B1-67C3-B5BF08EADA75}"/>
              </a:ext>
            </a:extLst>
          </p:cNvPr>
          <p:cNvSpPr/>
          <p:nvPr/>
        </p:nvSpPr>
        <p:spPr>
          <a:xfrm>
            <a:off x="639980" y="5992035"/>
            <a:ext cx="1825633" cy="18002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사각형: 둥근 모서리 6">
            <a:extLst>
              <a:ext uri="{FF2B5EF4-FFF2-40B4-BE49-F238E27FC236}">
                <a16:creationId xmlns:a16="http://schemas.microsoft.com/office/drawing/2014/main" id="{18A65FF0-33A0-2BF8-F14F-D6EF3F24CED4}"/>
              </a:ext>
            </a:extLst>
          </p:cNvPr>
          <p:cNvSpPr/>
          <p:nvPr/>
        </p:nvSpPr>
        <p:spPr>
          <a:xfrm>
            <a:off x="639976" y="6171651"/>
            <a:ext cx="2331824" cy="178624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450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D90981C-5D23-C279-1286-17CF893922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93" y="1826718"/>
            <a:ext cx="6838670" cy="455541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폴더 선택</a:t>
            </a:r>
            <a:r>
              <a:rPr lang="en-US" altLang="ko-KR" dirty="0"/>
              <a:t>”</a:t>
            </a:r>
            <a:r>
              <a:rPr lang="ko-KR" altLang="en-US" dirty="0"/>
              <a:t> 버튼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실행 확인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57BC662-CEAF-A051-B250-A513273F337D}"/>
              </a:ext>
            </a:extLst>
          </p:cNvPr>
          <p:cNvSpPr/>
          <p:nvPr/>
        </p:nvSpPr>
        <p:spPr>
          <a:xfrm>
            <a:off x="5090007" y="5701129"/>
            <a:ext cx="597780" cy="169653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B56D8F-925A-A4EE-DEE5-856700B2DF43}"/>
              </a:ext>
            </a:extLst>
          </p:cNvPr>
          <p:cNvSpPr txBox="1"/>
          <p:nvPr/>
        </p:nvSpPr>
        <p:spPr>
          <a:xfrm>
            <a:off x="5633158" y="5517021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⑧</a:t>
            </a:r>
          </a:p>
        </p:txBody>
      </p:sp>
    </p:spTree>
    <p:extLst>
      <p:ext uri="{BB962C8B-B14F-4D97-AF65-F5344CB8AC3E}">
        <p14:creationId xmlns:p14="http://schemas.microsoft.com/office/powerpoint/2010/main" val="3158197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2ADA98A-1EB6-08B6-255A-F1396919A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410" y="1826500"/>
            <a:ext cx="6838670" cy="456650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1531" y="934833"/>
            <a:ext cx="11473629" cy="5589345"/>
          </a:xfrm>
        </p:spPr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로컬 디스크 </a:t>
            </a:r>
            <a:r>
              <a:rPr lang="en-US" altLang="ko-KR" dirty="0"/>
              <a:t>(C:)”</a:t>
            </a:r>
            <a:r>
              <a:rPr lang="ko-KR" altLang="en-US" dirty="0"/>
              <a:t>로 설정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실행 확인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7682423-9B2B-E43B-207D-9D6DDCD64A87}"/>
              </a:ext>
            </a:extLst>
          </p:cNvPr>
          <p:cNvSpPr/>
          <p:nvPr/>
        </p:nvSpPr>
        <p:spPr>
          <a:xfrm>
            <a:off x="6984119" y="4993559"/>
            <a:ext cx="479170" cy="160827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8E61F-1028-EDE1-2733-059CEFDF1493}"/>
              </a:ext>
            </a:extLst>
          </p:cNvPr>
          <p:cNvSpPr txBox="1"/>
          <p:nvPr/>
        </p:nvSpPr>
        <p:spPr>
          <a:xfrm>
            <a:off x="6545303" y="4810457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⑨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388FCED-2D77-DD9B-5D8D-22F74E6D04E8}"/>
              </a:ext>
            </a:extLst>
          </p:cNvPr>
          <p:cNvSpPr/>
          <p:nvPr/>
        </p:nvSpPr>
        <p:spPr>
          <a:xfrm>
            <a:off x="4876601" y="2748425"/>
            <a:ext cx="1103965" cy="160831"/>
          </a:xfrm>
          <a:prstGeom prst="roundRect">
            <a:avLst/>
          </a:prstGeom>
          <a:solidFill>
            <a:schemeClr val="accent1">
              <a:lumMod val="50000"/>
              <a:alpha val="5098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5ECB8-3C08-739C-1BCB-5ED82062ECD7}"/>
              </a:ext>
            </a:extLst>
          </p:cNvPr>
          <p:cNvSpPr txBox="1"/>
          <p:nvPr/>
        </p:nvSpPr>
        <p:spPr>
          <a:xfrm>
            <a:off x="4793836" y="2909256"/>
            <a:ext cx="2250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파일 경로 확인</a:t>
            </a:r>
          </a:p>
        </p:txBody>
      </p:sp>
    </p:spTree>
    <p:extLst>
      <p:ext uri="{BB962C8B-B14F-4D97-AF65-F5344CB8AC3E}">
        <p14:creationId xmlns:p14="http://schemas.microsoft.com/office/powerpoint/2010/main" val="1072572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F4AB3E4-EE74-00FD-3682-E16B34475D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372" y="1826500"/>
            <a:ext cx="6819273" cy="456650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워크스페이스 신뢰</a:t>
            </a:r>
            <a:r>
              <a:rPr lang="en-US" altLang="ko-KR" dirty="0"/>
              <a:t>”</a:t>
            </a:r>
            <a:r>
              <a:rPr lang="ko-KR" altLang="en-US" dirty="0"/>
              <a:t>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실행 확인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9AB2A4-390F-8FCD-1F78-2F9A60DA597A}"/>
              </a:ext>
            </a:extLst>
          </p:cNvPr>
          <p:cNvSpPr/>
          <p:nvPr/>
        </p:nvSpPr>
        <p:spPr>
          <a:xfrm>
            <a:off x="6586791" y="4394842"/>
            <a:ext cx="722966" cy="177158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C78DA-549F-3EC8-3D55-B94F373658E1}"/>
              </a:ext>
            </a:extLst>
          </p:cNvPr>
          <p:cNvSpPr txBox="1"/>
          <p:nvPr/>
        </p:nvSpPr>
        <p:spPr>
          <a:xfrm>
            <a:off x="6153418" y="4211739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36B1D50-5662-EC73-37BF-3AA93C08FFE7}"/>
              </a:ext>
            </a:extLst>
          </p:cNvPr>
          <p:cNvSpPr/>
          <p:nvPr/>
        </p:nvSpPr>
        <p:spPr>
          <a:xfrm>
            <a:off x="5111105" y="5707785"/>
            <a:ext cx="250109" cy="121515"/>
          </a:xfrm>
          <a:prstGeom prst="roundRect">
            <a:avLst/>
          </a:prstGeom>
          <a:solidFill>
            <a:schemeClr val="accent1">
              <a:lumMod val="50000"/>
              <a:alpha val="5098"/>
            </a:schemeClr>
          </a:solidFill>
          <a:ln w="12700">
            <a:solidFill>
              <a:srgbClr val="00B0F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C4C95-95B5-6DFF-38D5-57A51697CA3C}"/>
              </a:ext>
            </a:extLst>
          </p:cNvPr>
          <p:cNvSpPr txBox="1"/>
          <p:nvPr/>
        </p:nvSpPr>
        <p:spPr>
          <a:xfrm>
            <a:off x="4336635" y="5251831"/>
            <a:ext cx="2250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00B0F0"/>
                </a:solidFill>
              </a:rPr>
              <a:t>파일 경로 확인</a:t>
            </a:r>
          </a:p>
        </p:txBody>
      </p:sp>
    </p:spTree>
    <p:extLst>
      <p:ext uri="{BB962C8B-B14F-4D97-AF65-F5344CB8AC3E}">
        <p14:creationId xmlns:p14="http://schemas.microsoft.com/office/powerpoint/2010/main" val="1218524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F8C13BD-5447-3DB5-791C-2F8071247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290" y="1826501"/>
            <a:ext cx="6849754" cy="456650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프롬프트 창에 </a:t>
            </a:r>
            <a:r>
              <a:rPr lang="en-US" altLang="ko-KR" dirty="0"/>
              <a:t>“</a:t>
            </a:r>
            <a:r>
              <a:rPr lang="ko-KR" altLang="en-US" dirty="0"/>
              <a:t>안녕하세요</a:t>
            </a:r>
            <a:r>
              <a:rPr lang="en-US" altLang="ko-KR" dirty="0"/>
              <a:t>.”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입력하여 설치 완료 확인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실행 확인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5A78BA-653B-3ABE-1231-B89B786FFEB2}"/>
              </a:ext>
            </a:extLst>
          </p:cNvPr>
          <p:cNvSpPr/>
          <p:nvPr/>
        </p:nvSpPr>
        <p:spPr>
          <a:xfrm>
            <a:off x="4712391" y="5887607"/>
            <a:ext cx="597781" cy="26767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C1541-ED86-070E-AB91-B0865F2ABDF6}"/>
              </a:ext>
            </a:extLst>
          </p:cNvPr>
          <p:cNvSpPr txBox="1"/>
          <p:nvPr/>
        </p:nvSpPr>
        <p:spPr>
          <a:xfrm>
            <a:off x="4233221" y="5760694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⑪</a:t>
            </a:r>
          </a:p>
        </p:txBody>
      </p:sp>
    </p:spTree>
    <p:extLst>
      <p:ext uri="{BB962C8B-B14F-4D97-AF65-F5344CB8AC3E}">
        <p14:creationId xmlns:p14="http://schemas.microsoft.com/office/powerpoint/2010/main" val="1719677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8F4D485-F8BC-6A5C-E4EE-3C01D713E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291" y="1831944"/>
            <a:ext cx="6849754" cy="45637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무엇을 도와 드릴까요</a:t>
            </a:r>
            <a:r>
              <a:rPr lang="en-US" altLang="ko-KR" dirty="0"/>
              <a:t>?”</a:t>
            </a:r>
            <a:r>
              <a:rPr lang="ko-KR" altLang="en-US" dirty="0"/>
              <a:t>와 유사한 문구의 답변을 받으면 설치 성공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실행 확인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2DBCE2-9616-0846-7F31-8846AB4A46A1}"/>
              </a:ext>
            </a:extLst>
          </p:cNvPr>
          <p:cNvSpPr/>
          <p:nvPr/>
        </p:nvSpPr>
        <p:spPr>
          <a:xfrm>
            <a:off x="4371548" y="2302726"/>
            <a:ext cx="5077253" cy="1534488"/>
          </a:xfrm>
          <a:prstGeom prst="roundRect">
            <a:avLst>
              <a:gd name="adj" fmla="val 7445"/>
            </a:avLst>
          </a:prstGeom>
          <a:solidFill>
            <a:schemeClr val="accent6">
              <a:lumMod val="50000"/>
              <a:alpha val="5098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D6CB2-9B0D-5207-8AB3-D80FD51E4EB5}"/>
              </a:ext>
            </a:extLst>
          </p:cNvPr>
          <p:cNvSpPr txBox="1"/>
          <p:nvPr/>
        </p:nvSpPr>
        <p:spPr>
          <a:xfrm>
            <a:off x="3932733" y="2174053"/>
            <a:ext cx="4594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</a:rPr>
              <a:t>⑫</a:t>
            </a:r>
          </a:p>
        </p:txBody>
      </p:sp>
    </p:spTree>
    <p:extLst>
      <p:ext uri="{BB962C8B-B14F-4D97-AF65-F5344CB8AC3E}">
        <p14:creationId xmlns:p14="http://schemas.microsoft.com/office/powerpoint/2010/main" val="3338573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036620"/>
            <a:ext cx="11473629" cy="2663010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ko-KR" sz="5400" b="1" dirty="0">
                <a:cs typeface="Calibri" panose="020F0502020204030204" pitchFamily="34" charset="0"/>
              </a:rPr>
              <a:t>(</a:t>
            </a:r>
            <a:r>
              <a:rPr lang="ko-KR" altLang="en-US" sz="5400" b="1" dirty="0">
                <a:cs typeface="Calibri" panose="020F0502020204030204" pitchFamily="34" charset="0"/>
              </a:rPr>
              <a:t>부록</a:t>
            </a:r>
            <a:r>
              <a:rPr lang="en-US" altLang="ko-KR" sz="5400" b="1" dirty="0">
                <a:cs typeface="Calibri" panose="020F0502020204030204" pitchFamily="34" charset="0"/>
              </a:rPr>
              <a:t>) </a:t>
            </a:r>
            <a:r>
              <a:rPr lang="ko-KR" altLang="en-US" sz="5400" b="1" dirty="0">
                <a:cs typeface="Calibri" panose="020F0502020204030204" pitchFamily="34" charset="0"/>
              </a:rPr>
              <a:t>명령어 한 개씩 자세히 설명</a:t>
            </a:r>
            <a:endParaRPr lang="en-US" altLang="ko-KR" sz="5400" b="1" dirty="0">
              <a:cs typeface="Calibri" panose="020F0502020204030204" pitchFamily="34" charset="0"/>
            </a:endParaRPr>
          </a:p>
          <a:p>
            <a:endParaRPr lang="en-US" altLang="ko-KR" sz="5400" b="1" dirty="0">
              <a:cs typeface="Calibri" panose="020F0502020204030204" pitchFamily="34" charset="0"/>
            </a:endParaRPr>
          </a:p>
          <a:p>
            <a:r>
              <a:rPr lang="ko-KR" altLang="en-US" sz="2400" b="1" dirty="0">
                <a:cs typeface="Calibri" panose="020F0502020204030204" pitchFamily="34" charset="0"/>
              </a:rPr>
              <a:t>슬라이드 </a:t>
            </a:r>
            <a:r>
              <a:rPr lang="en-US" altLang="ko-KR" sz="2400" b="1" dirty="0">
                <a:cs typeface="Calibri" panose="020F0502020204030204" pitchFamily="34" charset="0"/>
              </a:rPr>
              <a:t>1~20</a:t>
            </a:r>
            <a:r>
              <a:rPr lang="ko-KR" altLang="en-US" sz="2400" b="1" dirty="0">
                <a:cs typeface="Calibri" panose="020F0502020204030204" pitchFamily="34" charset="0"/>
              </a:rPr>
              <a:t>번 까지 </a:t>
            </a:r>
            <a:r>
              <a:rPr lang="en-US" altLang="ko-KR" sz="2400" b="1" dirty="0">
                <a:cs typeface="Calibri" panose="020F0502020204030204" pitchFamily="34" charset="0"/>
              </a:rPr>
              <a:t>“</a:t>
            </a:r>
            <a:r>
              <a:rPr lang="ko-KR" altLang="en-US" sz="2400" b="1" dirty="0">
                <a:cs typeface="Calibri" panose="020F0502020204030204" pitchFamily="34" charset="0"/>
              </a:rPr>
              <a:t>설치 완료</a:t>
            </a:r>
            <a:r>
              <a:rPr lang="en-US" altLang="ko-KR" sz="2400" b="1" dirty="0">
                <a:cs typeface="Calibri" panose="020F0502020204030204" pitchFamily="34" charset="0"/>
              </a:rPr>
              <a:t>”</a:t>
            </a:r>
            <a:r>
              <a:rPr lang="ko-KR" altLang="en-US" sz="2400" b="1" dirty="0">
                <a:cs typeface="Calibri" panose="020F0502020204030204" pitchFamily="34" charset="0"/>
              </a:rPr>
              <a:t>되신 분들은 무시하셔도 됩니다</a:t>
            </a:r>
            <a:r>
              <a:rPr lang="en-US" altLang="ko-KR" sz="2400" b="1" dirty="0">
                <a:cs typeface="Calibri" panose="020F0502020204030204" pitchFamily="34" charset="0"/>
              </a:rPr>
              <a:t>.</a:t>
            </a:r>
          </a:p>
          <a:p>
            <a:r>
              <a:rPr lang="ko-KR" altLang="en-US" sz="2400" b="1" dirty="0">
                <a:cs typeface="Calibri" panose="020F0502020204030204" pitchFamily="34" charset="0"/>
              </a:rPr>
              <a:t>궁금하신 분들만 참고하시기 바랍니다</a:t>
            </a:r>
            <a:r>
              <a:rPr lang="en-US" altLang="ko-KR" sz="2400" b="1" dirty="0"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6635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99405-462B-DF44-D71D-E9EDF49B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DA238A-0DA4-2F72-2ABC-E89AFDB2AB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Git</a:t>
            </a:r>
            <a:r>
              <a:rPr lang="ko-KR" altLang="en-US" dirty="0"/>
              <a:t>은 프로젝트 파일의 변경 이력을 기록하고 관리하는 버전 관리 도구</a:t>
            </a:r>
            <a:endParaRPr lang="en-US" altLang="ko-KR" dirty="0"/>
          </a:p>
          <a:p>
            <a:pPr lvl="1"/>
            <a:r>
              <a:rPr lang="ko-KR" altLang="en-US" dirty="0"/>
              <a:t>코드나 문서를 수정한 내용을 저장하고</a:t>
            </a:r>
            <a:r>
              <a:rPr lang="en-US" altLang="ko-KR" dirty="0"/>
              <a:t>, </a:t>
            </a:r>
            <a:r>
              <a:rPr lang="ko-KR" altLang="en-US" dirty="0"/>
              <a:t>필요할 때 이전 상태로 되돌리거나 다른 사람과 공유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Git</a:t>
            </a:r>
            <a:r>
              <a:rPr lang="ko-KR" altLang="en-US" dirty="0"/>
              <a:t>을 설치하는 이유</a:t>
            </a:r>
            <a:endParaRPr lang="en-US" altLang="ko-KR" dirty="0"/>
          </a:p>
          <a:p>
            <a:pPr lvl="1"/>
            <a:r>
              <a:rPr lang="ko-KR" altLang="en-US" dirty="0"/>
              <a:t>실습 중 </a:t>
            </a:r>
            <a:r>
              <a:rPr lang="en-US" altLang="ko-KR" dirty="0" err="1"/>
              <a:t>FreeCAD</a:t>
            </a:r>
            <a:r>
              <a:rPr lang="en-US" altLang="ko-KR" dirty="0"/>
              <a:t> MCP </a:t>
            </a:r>
            <a:r>
              <a:rPr lang="ko-KR" altLang="en-US" dirty="0"/>
              <a:t>연결에 필요한 파일을 </a:t>
            </a:r>
            <a:r>
              <a:rPr lang="en-US" altLang="ko-KR" dirty="0"/>
              <a:t>GitHub</a:t>
            </a:r>
            <a:r>
              <a:rPr lang="ko-KR" altLang="en-US" dirty="0"/>
              <a:t>에서 내려 받기 위해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911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C7FA0DD-F1BF-071E-BAC4-968EDAC60D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83" y="5309114"/>
            <a:ext cx="3685345" cy="70658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640311-FFFF-C6DF-97D8-B6C93044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E308A-09FF-FD23-1EAA-6A37AB966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err="1"/>
              <a:t>winget</a:t>
            </a:r>
            <a:r>
              <a:rPr lang="en-US" altLang="ko-KR" dirty="0"/>
              <a:t> </a:t>
            </a:r>
            <a:r>
              <a:rPr lang="ko-KR" altLang="en-US" dirty="0"/>
              <a:t>패키지 목록 업데이트</a:t>
            </a:r>
            <a:endParaRPr lang="en-US" altLang="ko-KR" dirty="0"/>
          </a:p>
          <a:p>
            <a:pPr lvl="1"/>
            <a:r>
              <a:rPr lang="en-US" altLang="ko-KR" dirty="0"/>
              <a:t>Windows</a:t>
            </a:r>
            <a:r>
              <a:rPr lang="ko-KR" altLang="en-US" dirty="0"/>
              <a:t>에서 프로그램을 명령어로 설치</a:t>
            </a:r>
            <a:r>
              <a:rPr lang="en-US" altLang="ko-KR" dirty="0"/>
              <a:t>·</a:t>
            </a:r>
            <a:r>
              <a:rPr lang="ko-KR" altLang="en-US" dirty="0"/>
              <a:t>업데이트</a:t>
            </a:r>
            <a:r>
              <a:rPr lang="en-US" altLang="ko-KR" dirty="0"/>
              <a:t>·</a:t>
            </a:r>
            <a:r>
              <a:rPr lang="ko-KR" altLang="en-US" dirty="0"/>
              <a:t>삭제할 수 있게 해주는 패키지 관리 도구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Git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--scope user: </a:t>
            </a:r>
            <a:r>
              <a:rPr lang="ko-KR" altLang="en-US" dirty="0">
                <a:solidFill>
                  <a:schemeClr val="tx1"/>
                </a:solidFill>
              </a:rPr>
              <a:t>프로그램을 현재 로그인한 사용자 계정에만 설치하도록 지정하는 옵션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Git </a:t>
            </a:r>
            <a:r>
              <a:rPr lang="ko-KR" altLang="en-US" dirty="0"/>
              <a:t>설치 확인 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4263112-3596-EE4E-5587-610E9065659D}"/>
              </a:ext>
            </a:extLst>
          </p:cNvPr>
          <p:cNvSpPr/>
          <p:nvPr/>
        </p:nvSpPr>
        <p:spPr>
          <a:xfrm>
            <a:off x="732504" y="1925681"/>
            <a:ext cx="2663838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source update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292E57B-CECB-F16D-FADC-A93025C7E5F9}"/>
              </a:ext>
            </a:extLst>
          </p:cNvPr>
          <p:cNvSpPr/>
          <p:nvPr/>
        </p:nvSpPr>
        <p:spPr>
          <a:xfrm>
            <a:off x="732503" y="3877873"/>
            <a:ext cx="6349925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install -e --id </a:t>
            </a:r>
            <a:r>
              <a:rPr lang="en-US" altLang="ko-KR" dirty="0" err="1">
                <a:solidFill>
                  <a:schemeClr val="tx1"/>
                </a:solidFill>
              </a:rPr>
              <a:t>Git.Git</a:t>
            </a:r>
            <a:r>
              <a:rPr lang="en-US" altLang="ko-KR" dirty="0">
                <a:solidFill>
                  <a:schemeClr val="tx1"/>
                </a:solidFill>
              </a:rPr>
              <a:t> --source </a:t>
            </a:r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--scope user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C9659CF-9A29-77FE-46C0-2D3DA22C17A9}"/>
              </a:ext>
            </a:extLst>
          </p:cNvPr>
          <p:cNvSpPr/>
          <p:nvPr/>
        </p:nvSpPr>
        <p:spPr>
          <a:xfrm>
            <a:off x="732504" y="5307867"/>
            <a:ext cx="1738554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fr-FR" altLang="ko-KR" dirty="0">
                <a:solidFill>
                  <a:schemeClr val="tx1"/>
                </a:solidFill>
              </a:rPr>
              <a:t>git --version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B7E1013-2946-3733-09E0-FF2C70E61ABD}"/>
              </a:ext>
            </a:extLst>
          </p:cNvPr>
          <p:cNvSpPr/>
          <p:nvPr/>
        </p:nvSpPr>
        <p:spPr>
          <a:xfrm>
            <a:off x="2694115" y="5454793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619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59C6277-C1BC-07A1-E7C2-25E929DD6B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3" y="5154446"/>
            <a:ext cx="7661638" cy="933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640311-FFFF-C6DF-97D8-B6C93044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FreeCAD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E308A-09FF-FD23-1EAA-6A37AB966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err="1"/>
              <a:t>FreeCAD</a:t>
            </a:r>
            <a:r>
              <a:rPr lang="ko-KR" altLang="en-US" dirty="0"/>
              <a:t> 설치</a:t>
            </a:r>
            <a:endParaRPr lang="en-US" altLang="ko-KR" dirty="0"/>
          </a:p>
          <a:p>
            <a:pPr lvl="1"/>
            <a:r>
              <a:rPr lang="en-US" altLang="ko-KR" dirty="0"/>
              <a:t>3D </a:t>
            </a:r>
            <a:r>
              <a:rPr lang="ko-KR" altLang="en-US" dirty="0"/>
              <a:t>모델링과 설계에 활용하는 무료 오픈소스 </a:t>
            </a:r>
            <a:r>
              <a:rPr lang="en-US" altLang="ko-KR" dirty="0"/>
              <a:t>CAD </a:t>
            </a:r>
            <a:r>
              <a:rPr lang="ko-KR" altLang="en-US" dirty="0"/>
              <a:t>프로그램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FreeCAD</a:t>
            </a:r>
            <a:r>
              <a:rPr lang="ko-KR" altLang="en-US" dirty="0"/>
              <a:t> 설치 확인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BCA43F-251A-33EC-9B6B-9243DCF01028}"/>
              </a:ext>
            </a:extLst>
          </p:cNvPr>
          <p:cNvSpPr/>
          <p:nvPr/>
        </p:nvSpPr>
        <p:spPr>
          <a:xfrm>
            <a:off x="732503" y="1836789"/>
            <a:ext cx="7659751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install -e --id </a:t>
            </a:r>
            <a:r>
              <a:rPr lang="en-US" altLang="ko-KR" dirty="0" err="1">
                <a:solidFill>
                  <a:schemeClr val="tx1"/>
                </a:solidFill>
              </a:rPr>
              <a:t>FreeCAD.FreeCAD</a:t>
            </a:r>
            <a:r>
              <a:rPr lang="en-US" altLang="ko-KR" dirty="0">
                <a:solidFill>
                  <a:schemeClr val="tx1"/>
                </a:solidFill>
              </a:rPr>
              <a:t> --source </a:t>
            </a:r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--scope user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16E4D1-BBA4-87E8-7781-27381103FE1D}"/>
              </a:ext>
            </a:extLst>
          </p:cNvPr>
          <p:cNvSpPr/>
          <p:nvPr/>
        </p:nvSpPr>
        <p:spPr>
          <a:xfrm>
            <a:off x="732504" y="3730903"/>
            <a:ext cx="4242267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list -e --id </a:t>
            </a:r>
            <a:r>
              <a:rPr lang="en-US" altLang="ko-KR" dirty="0" err="1">
                <a:solidFill>
                  <a:schemeClr val="tx1"/>
                </a:solidFill>
              </a:rPr>
              <a:t>FreeCAD.FreeCAD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BFA3F42-F438-2EFF-67EE-902DA3782B73}"/>
              </a:ext>
            </a:extLst>
          </p:cNvPr>
          <p:cNvSpPr/>
          <p:nvPr/>
        </p:nvSpPr>
        <p:spPr>
          <a:xfrm rot="5400000">
            <a:off x="2614051" y="4589764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24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C4C0D5B-BB57-D17B-F406-673A078710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20" y="3758117"/>
            <a:ext cx="4497229" cy="7093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640311-FFFF-C6DF-97D8-B6C93044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</a:t>
            </a:r>
            <a:r>
              <a:rPr lang="ko-KR" altLang="en-US" dirty="0"/>
              <a:t>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E308A-09FF-FD23-1EAA-6A37AB966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Python 3.11 </a:t>
            </a:r>
            <a:r>
              <a:rPr lang="ko-KR" altLang="en-US" dirty="0"/>
              <a:t>버전 설치</a:t>
            </a:r>
            <a:endParaRPr lang="en-US" altLang="ko-KR" dirty="0"/>
          </a:p>
          <a:p>
            <a:pPr lvl="1"/>
            <a:r>
              <a:rPr lang="ko-KR" altLang="en-US" dirty="0"/>
              <a:t>실습 때 사용할 </a:t>
            </a:r>
            <a:r>
              <a:rPr lang="en-US" altLang="ko-KR" dirty="0"/>
              <a:t>MCP </a:t>
            </a:r>
            <a:r>
              <a:rPr lang="ko-KR" altLang="en-US" dirty="0"/>
              <a:t>와 호환을 위해 </a:t>
            </a:r>
            <a:r>
              <a:rPr lang="en-US" altLang="ko-KR" dirty="0"/>
              <a:t>3.11</a:t>
            </a:r>
            <a:r>
              <a:rPr lang="ko-KR" altLang="en-US" dirty="0"/>
              <a:t>버전으로 설치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Python 3.11 </a:t>
            </a:r>
            <a:r>
              <a:rPr lang="ko-KR" altLang="en-US" dirty="0"/>
              <a:t>버전 설치 확인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BCA43F-251A-33EC-9B6B-9243DCF01028}"/>
              </a:ext>
            </a:extLst>
          </p:cNvPr>
          <p:cNvSpPr/>
          <p:nvPr/>
        </p:nvSpPr>
        <p:spPr>
          <a:xfrm>
            <a:off x="732503" y="1820459"/>
            <a:ext cx="7709367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install -e --id Python.Python.3.11 --source </a:t>
            </a:r>
            <a:r>
              <a:rPr lang="en-US" altLang="ko-KR" dirty="0" err="1">
                <a:solidFill>
                  <a:schemeClr val="tx1"/>
                </a:solidFill>
              </a:rPr>
              <a:t>winget</a:t>
            </a:r>
            <a:r>
              <a:rPr lang="en-US" altLang="ko-KR" dirty="0">
                <a:solidFill>
                  <a:schemeClr val="tx1"/>
                </a:solidFill>
              </a:rPr>
              <a:t> --scope user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16E4D1-BBA4-87E8-7781-27381103FE1D}"/>
              </a:ext>
            </a:extLst>
          </p:cNvPr>
          <p:cNvSpPr/>
          <p:nvPr/>
        </p:nvSpPr>
        <p:spPr>
          <a:xfrm>
            <a:off x="732505" y="3758117"/>
            <a:ext cx="2353596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py</a:t>
            </a:r>
            <a:r>
              <a:rPr lang="en-US" altLang="ko-KR" dirty="0">
                <a:solidFill>
                  <a:schemeClr val="tx1"/>
                </a:solidFill>
              </a:rPr>
              <a:t> -3.11 --version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3E46DFB-4FB3-CBCD-3DD5-E87189E314C7}"/>
              </a:ext>
            </a:extLst>
          </p:cNvPr>
          <p:cNvSpPr/>
          <p:nvPr/>
        </p:nvSpPr>
        <p:spPr>
          <a:xfrm>
            <a:off x="3278876" y="3905206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103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40311-FFFF-C6DF-97D8-B6C93044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numpy</a:t>
            </a:r>
            <a:r>
              <a:rPr lang="ko-KR" altLang="en-US" dirty="0"/>
              <a:t>와</a:t>
            </a:r>
            <a:r>
              <a:rPr lang="en-US" altLang="ko-KR" dirty="0"/>
              <a:t> matplotlib </a:t>
            </a:r>
            <a:r>
              <a:rPr lang="ko-KR" altLang="en-US" dirty="0"/>
              <a:t>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E308A-09FF-FD23-1EAA-6A37AB966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pip </a:t>
            </a:r>
            <a:r>
              <a:rPr lang="ko-KR" altLang="en-US" dirty="0"/>
              <a:t>업데이트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numpy</a:t>
            </a:r>
            <a:r>
              <a:rPr lang="ko-KR" altLang="en-US" dirty="0"/>
              <a:t>와 </a:t>
            </a:r>
            <a:r>
              <a:rPr lang="en-US" altLang="ko-KR" dirty="0" err="1"/>
              <a:t>matplotlip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BCA43F-251A-33EC-9B6B-9243DCF01028}"/>
              </a:ext>
            </a:extLst>
          </p:cNvPr>
          <p:cNvSpPr/>
          <p:nvPr/>
        </p:nvSpPr>
        <p:spPr>
          <a:xfrm>
            <a:off x="732503" y="1439456"/>
            <a:ext cx="4345683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py</a:t>
            </a:r>
            <a:r>
              <a:rPr lang="en-US" altLang="ko-KR" dirty="0">
                <a:solidFill>
                  <a:schemeClr val="tx1"/>
                </a:solidFill>
              </a:rPr>
              <a:t> -3.11 -m pip install --upgrade pip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16E4D1-BBA4-87E8-7781-27381103FE1D}"/>
              </a:ext>
            </a:extLst>
          </p:cNvPr>
          <p:cNvSpPr/>
          <p:nvPr/>
        </p:nvSpPr>
        <p:spPr>
          <a:xfrm>
            <a:off x="732505" y="2925353"/>
            <a:ext cx="4764782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py</a:t>
            </a:r>
            <a:r>
              <a:rPr lang="en-US" altLang="ko-KR" dirty="0">
                <a:solidFill>
                  <a:schemeClr val="tx1"/>
                </a:solidFill>
              </a:rPr>
              <a:t> -3.11 -m pip install </a:t>
            </a:r>
            <a:r>
              <a:rPr lang="en-US" altLang="ko-KR" dirty="0" err="1">
                <a:solidFill>
                  <a:schemeClr val="tx1"/>
                </a:solidFill>
              </a:rPr>
              <a:t>numpy</a:t>
            </a:r>
            <a:r>
              <a:rPr lang="en-US" altLang="ko-KR" dirty="0">
                <a:solidFill>
                  <a:schemeClr val="tx1"/>
                </a:solidFill>
              </a:rPr>
              <a:t> matplotlib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10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44FE044-C3D1-DA8E-3568-66AB441FE8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14" y="5556782"/>
            <a:ext cx="10687500" cy="5347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F35887-DA4C-FE69-A2B4-5376F187DB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14" y="2786169"/>
            <a:ext cx="10687500" cy="6511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640311-FFFF-C6DF-97D8-B6C93044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numpy</a:t>
            </a:r>
            <a:r>
              <a:rPr lang="ko-KR" altLang="en-US" dirty="0"/>
              <a:t>와</a:t>
            </a:r>
            <a:r>
              <a:rPr lang="en-US" altLang="ko-KR" dirty="0"/>
              <a:t> matplotlib </a:t>
            </a:r>
            <a:r>
              <a:rPr lang="ko-KR" altLang="en-US" dirty="0"/>
              <a:t>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0E308A-09FF-FD23-1EAA-6A37AB966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설치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matplotlib </a:t>
            </a:r>
            <a:r>
              <a:rPr lang="ko-KR" altLang="en-US" dirty="0"/>
              <a:t>설치 확인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C7DA29E-E468-2D90-BD91-2BB50E5C2E44}"/>
              </a:ext>
            </a:extLst>
          </p:cNvPr>
          <p:cNvSpPr/>
          <p:nvPr/>
        </p:nvSpPr>
        <p:spPr>
          <a:xfrm>
            <a:off x="732503" y="1461205"/>
            <a:ext cx="7829111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py</a:t>
            </a:r>
            <a:r>
              <a:rPr lang="en-US" altLang="ko-KR" dirty="0">
                <a:solidFill>
                  <a:schemeClr val="tx1"/>
                </a:solidFill>
              </a:rPr>
              <a:t> -3.11 -c "import </a:t>
            </a:r>
            <a:r>
              <a:rPr lang="en-US" altLang="ko-KR" dirty="0" err="1">
                <a:solidFill>
                  <a:schemeClr val="tx1"/>
                </a:solidFill>
              </a:rPr>
              <a:t>numpy</a:t>
            </a:r>
            <a:r>
              <a:rPr lang="en-US" altLang="ko-KR" dirty="0">
                <a:solidFill>
                  <a:schemeClr val="tx1"/>
                </a:solidFill>
              </a:rPr>
              <a:t>; print('NumPy version:', </a:t>
            </a:r>
            <a:r>
              <a:rPr lang="en-US" altLang="ko-KR" dirty="0" err="1">
                <a:solidFill>
                  <a:schemeClr val="tx1"/>
                </a:solidFill>
              </a:rPr>
              <a:t>numpy</a:t>
            </a:r>
            <a:r>
              <a:rPr lang="en-US" altLang="ko-KR" dirty="0">
                <a:solidFill>
                  <a:schemeClr val="tx1"/>
                </a:solidFill>
              </a:rPr>
              <a:t>.__version__)"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DB2A8EF-2A87-393D-9743-E861843998C4}"/>
              </a:ext>
            </a:extLst>
          </p:cNvPr>
          <p:cNvSpPr/>
          <p:nvPr/>
        </p:nvSpPr>
        <p:spPr>
          <a:xfrm>
            <a:off x="732503" y="4296940"/>
            <a:ext cx="8814268" cy="707836"/>
          </a:xfrm>
          <a:prstGeom prst="roundRect">
            <a:avLst>
              <a:gd name="adj" fmla="val 22789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</a:t>
            </a:r>
            <a:r>
              <a:rPr lang="en-US" altLang="ko-KR" sz="1000" dirty="0" err="1">
                <a:solidFill>
                  <a:schemeClr val="tx1"/>
                </a:solidFill>
              </a:rPr>
              <a:t>cmd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py</a:t>
            </a:r>
            <a:r>
              <a:rPr lang="en-US" altLang="ko-KR" dirty="0">
                <a:solidFill>
                  <a:schemeClr val="tx1"/>
                </a:solidFill>
              </a:rPr>
              <a:t> -3.11 -c "import matplotlib; print('Matplotlib version:', </a:t>
            </a:r>
            <a:r>
              <a:rPr lang="en-US" altLang="ko-KR" dirty="0" err="1">
                <a:solidFill>
                  <a:schemeClr val="tx1"/>
                </a:solidFill>
              </a:rPr>
              <a:t>matplotlib.__version</a:t>
            </a:r>
            <a:r>
              <a:rPr lang="en-US" altLang="ko-KR" dirty="0">
                <a:solidFill>
                  <a:schemeClr val="tx1"/>
                </a:solidFill>
              </a:rPr>
              <a:t>__)"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71BC3BC9-5089-AF14-0182-C9E639157CEA}"/>
              </a:ext>
            </a:extLst>
          </p:cNvPr>
          <p:cNvSpPr/>
          <p:nvPr/>
        </p:nvSpPr>
        <p:spPr>
          <a:xfrm rot="5400000">
            <a:off x="3541037" y="5145197"/>
            <a:ext cx="366910" cy="3304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2BC006E-A57D-2285-A1DF-9468DF4E4CE3}"/>
              </a:ext>
            </a:extLst>
          </p:cNvPr>
          <p:cNvSpPr/>
          <p:nvPr/>
        </p:nvSpPr>
        <p:spPr>
          <a:xfrm rot="5400000">
            <a:off x="3541037" y="2315656"/>
            <a:ext cx="366910" cy="3304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77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610F6FE5FE5B8449C335651FE28C8B3" ma:contentTypeVersion="3" ma:contentTypeDescription="새 문서를 만듭니다." ma:contentTypeScope="" ma:versionID="7d1f8f27dc0897d4afaf7deada6a9838">
  <xsd:schema xmlns:xsd="http://www.w3.org/2001/XMLSchema" xmlns:xs="http://www.w3.org/2001/XMLSchema" xmlns:p="http://schemas.microsoft.com/office/2006/metadata/properties" xmlns:ns2="e28d4b18-de07-412d-b9cb-4c824ef7da05" targetNamespace="http://schemas.microsoft.com/office/2006/metadata/properties" ma:root="true" ma:fieldsID="f5107dc2d5f9353f98a3ece481d3dff3" ns2:_="">
    <xsd:import namespace="e28d4b18-de07-412d-b9cb-4c824ef7da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8d4b18-de07-412d-b9cb-4c824ef7da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112565-D3B1-4B64-9C8F-CF6B23BA8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8d4b18-de07-412d-b9cb-4c824ef7da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5352B7-0373-4832-B1DF-20F45289840E}">
  <ds:schemaRefs>
    <ds:schemaRef ds:uri="http://schemas.openxmlformats.org/package/2006/metadata/core-properties"/>
    <ds:schemaRef ds:uri="e28d4b18-de07-412d-b9cb-4c824ef7da05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6E852E8-4ECC-4AB1-A43A-66A0DFEC10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146807</TotalTime>
  <Words>898</Words>
  <Application>Microsoft Office PowerPoint</Application>
  <PresentationFormat>와이드스크린</PresentationFormat>
  <Paragraphs>170</Paragraphs>
  <Slides>29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se-nanumbarungothic</vt:lpstr>
      <vt:lpstr>맑은 고딕</vt:lpstr>
      <vt:lpstr>Arial</vt:lpstr>
      <vt:lpstr>Calibri</vt:lpstr>
      <vt:lpstr>Office 테마</vt:lpstr>
      <vt:lpstr>PowerPoint 프레젠테이션</vt:lpstr>
      <vt:lpstr>S/W 설치 과정 개괄</vt:lpstr>
      <vt:lpstr>PowerPoint 프레젠테이션</vt:lpstr>
      <vt:lpstr>Claude Desktop 앱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PowerPoint 프레젠테이션</vt:lpstr>
      <vt:lpstr>프로젝트 폴더 생성</vt:lpstr>
      <vt:lpstr>PowerPoint 프레젠테이션</vt:lpstr>
      <vt:lpstr>CMD 창 열기</vt:lpstr>
      <vt:lpstr>설치 시작</vt:lpstr>
      <vt:lpstr>설치 완료 확인</vt:lpstr>
      <vt:lpstr>Claude Desktop 앱 실행 확인</vt:lpstr>
      <vt:lpstr>Claude Desktop 앱 실행 확인</vt:lpstr>
      <vt:lpstr>Claude Desktop 앱 실행 확인</vt:lpstr>
      <vt:lpstr>Claude Desktop 앱 실행 확인</vt:lpstr>
      <vt:lpstr>Claude Desktop 앱 실행 확인</vt:lpstr>
      <vt:lpstr>PowerPoint 프레젠테이션</vt:lpstr>
      <vt:lpstr>Git이란?</vt:lpstr>
      <vt:lpstr>Git 설치</vt:lpstr>
      <vt:lpstr>FreeCAD 설치</vt:lpstr>
      <vt:lpstr>Python 설치</vt:lpstr>
      <vt:lpstr>numpy와 matplotlib 설치</vt:lpstr>
      <vt:lpstr>numpy와 matplotlib 설치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Hyunseok Oh</dc:creator>
  <cp:lastModifiedBy>Hyunseok Oh</cp:lastModifiedBy>
  <cp:revision>1474</cp:revision>
  <cp:lastPrinted>2026-08-05T12:02:39Z</cp:lastPrinted>
  <dcterms:created xsi:type="dcterms:W3CDTF">2021-11-26T06:44:00Z</dcterms:created>
  <dcterms:modified xsi:type="dcterms:W3CDTF">2026-08-13T05:46:17Z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0x0101004610F6FE5FE5B8449C335651FE28C8B3</vt:lpwstr>
  </property>
</Properties>
</file>